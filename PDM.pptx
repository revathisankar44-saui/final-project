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0" r:id="rId4"/>
  </p:sldMasterIdLst>
  <p:notesMasterIdLst>
    <p:notesMasterId r:id="rId16"/>
  </p:notesMasterIdLst>
  <p:handoutMasterIdLst>
    <p:handoutMasterId r:id="rId17"/>
  </p:handoutMasterIdLst>
  <p:sldIdLst>
    <p:sldId id="1497" r:id="rId5"/>
    <p:sldId id="1514" r:id="rId6"/>
    <p:sldId id="1499" r:id="rId7"/>
    <p:sldId id="1515" r:id="rId8"/>
    <p:sldId id="1516" r:id="rId9"/>
    <p:sldId id="1500" r:id="rId10"/>
    <p:sldId id="1502" r:id="rId11"/>
    <p:sldId id="1517" r:id="rId12"/>
    <p:sldId id="1518" r:id="rId13"/>
    <p:sldId id="1511" r:id="rId14"/>
    <p:sldId id="151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33" autoAdjust="0"/>
    <p:restoredTop sz="90079" autoAdjust="0"/>
  </p:normalViewPr>
  <p:slideViewPr>
    <p:cSldViewPr snapToGrid="0">
      <p:cViewPr varScale="1">
        <p:scale>
          <a:sx n="93" d="100"/>
          <a:sy n="93" d="100"/>
        </p:scale>
        <p:origin x="163" y="86"/>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7DCAA4-4028-43FB-BDC0-CE146DEEA87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D0C5A2EC-64FB-4576-96D0-B48ECDC6B594}" type="pres">
      <dgm:prSet presAssocID="{CE7DCAA4-4028-43FB-BDC0-CE146DEEA870}" presName="Name0" presStyleCnt="0">
        <dgm:presLayoutVars>
          <dgm:dir/>
          <dgm:animLvl val="lvl"/>
          <dgm:resizeHandles val="exact"/>
        </dgm:presLayoutVars>
      </dgm:prSet>
      <dgm:spPr/>
    </dgm:pt>
  </dgm:ptLst>
  <dgm:cxnLst>
    <dgm:cxn modelId="{3AA165FC-3BDD-48AB-A8DA-5D1849E4B3CE}" type="presOf" srcId="{CE7DCAA4-4028-43FB-BDC0-CE146DEEA870}" destId="{D0C5A2EC-64FB-4576-96D0-B48ECDC6B594}"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D0C2E1-6409-46AB-A152-867CFA0D8CF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1B66152-61E3-45F9-90B4-906E631748D8}">
      <dgm:prSet custT="1"/>
      <dgm:spPr/>
      <dgm:t>
        <a:bodyPr/>
        <a:lstStyle/>
        <a:p>
          <a:r>
            <a:rPr lang="en-US" sz="2000" b="1" dirty="0"/>
            <a:t>2001</a:t>
          </a:r>
          <a:endParaRPr lang="en-IN" sz="2000" dirty="0"/>
        </a:p>
      </dgm:t>
    </dgm:pt>
    <dgm:pt modelId="{E21DE817-4671-4C7C-9F50-629231A57AFF}" type="parTrans" cxnId="{1ED487D4-B080-4DA6-BCFF-8923C01ABA19}">
      <dgm:prSet/>
      <dgm:spPr/>
      <dgm:t>
        <a:bodyPr/>
        <a:lstStyle/>
        <a:p>
          <a:endParaRPr lang="en-IN"/>
        </a:p>
      </dgm:t>
    </dgm:pt>
    <dgm:pt modelId="{E401DBCE-1B8F-4CE8-B366-78C1AA1211F0}" type="sibTrans" cxnId="{1ED487D4-B080-4DA6-BCFF-8923C01ABA19}">
      <dgm:prSet/>
      <dgm:spPr/>
      <dgm:t>
        <a:bodyPr/>
        <a:lstStyle/>
        <a:p>
          <a:endParaRPr lang="en-IN"/>
        </a:p>
      </dgm:t>
    </dgm:pt>
    <dgm:pt modelId="{4F373E3B-2730-4F1D-9641-92B6B1188309}" type="pres">
      <dgm:prSet presAssocID="{C1D0C2E1-6409-46AB-A152-867CFA0D8CFF}" presName="linear" presStyleCnt="0">
        <dgm:presLayoutVars>
          <dgm:animLvl val="lvl"/>
          <dgm:resizeHandles val="exact"/>
        </dgm:presLayoutVars>
      </dgm:prSet>
      <dgm:spPr/>
    </dgm:pt>
    <dgm:pt modelId="{4B2A46A5-6A4E-4152-ABF2-937E3A39FF72}" type="pres">
      <dgm:prSet presAssocID="{31B66152-61E3-45F9-90B4-906E631748D8}" presName="parentText" presStyleLbl="node1" presStyleIdx="0" presStyleCnt="1" custLinFactX="-96644" custLinFactNeighborX="-100000" custLinFactNeighborY="4012">
        <dgm:presLayoutVars>
          <dgm:chMax val="0"/>
          <dgm:bulletEnabled val="1"/>
        </dgm:presLayoutVars>
      </dgm:prSet>
      <dgm:spPr/>
    </dgm:pt>
  </dgm:ptLst>
  <dgm:cxnLst>
    <dgm:cxn modelId="{F5109549-2B79-42D6-B6EB-746C90918E83}" type="presOf" srcId="{31B66152-61E3-45F9-90B4-906E631748D8}" destId="{4B2A46A5-6A4E-4152-ABF2-937E3A39FF72}" srcOrd="0" destOrd="0" presId="urn:microsoft.com/office/officeart/2005/8/layout/vList2"/>
    <dgm:cxn modelId="{E5971DD4-964E-4D6B-B715-1FDC6486FAB0}" type="presOf" srcId="{C1D0C2E1-6409-46AB-A152-867CFA0D8CFF}" destId="{4F373E3B-2730-4F1D-9641-92B6B1188309}" srcOrd="0" destOrd="0" presId="urn:microsoft.com/office/officeart/2005/8/layout/vList2"/>
    <dgm:cxn modelId="{1ED487D4-B080-4DA6-BCFF-8923C01ABA19}" srcId="{C1D0C2E1-6409-46AB-A152-867CFA0D8CFF}" destId="{31B66152-61E3-45F9-90B4-906E631748D8}" srcOrd="0" destOrd="0" parTransId="{E21DE817-4671-4C7C-9F50-629231A57AFF}" sibTransId="{E401DBCE-1B8F-4CE8-B366-78C1AA1211F0}"/>
    <dgm:cxn modelId="{0AAF4755-D26E-4B92-9D80-4994D8A3CD7C}" type="presParOf" srcId="{4F373E3B-2730-4F1D-9641-92B6B1188309}" destId="{4B2A46A5-6A4E-4152-ABF2-937E3A39FF7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2A46A5-6A4E-4152-ABF2-937E3A39FF72}">
      <dsp:nvSpPr>
        <dsp:cNvPr id="0" name=""/>
        <dsp:cNvSpPr/>
      </dsp:nvSpPr>
      <dsp:spPr>
        <a:xfrm>
          <a:off x="0" y="8115"/>
          <a:ext cx="992126" cy="9172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t>2001</a:t>
          </a:r>
          <a:endParaRPr lang="en-IN" sz="2000" kern="1200" dirty="0"/>
        </a:p>
      </dsp:txBody>
      <dsp:txXfrm>
        <a:off x="44778" y="52893"/>
        <a:ext cx="902570" cy="82772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6/5/2026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6/5/2026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4197531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312885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1593312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762852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4113800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11938415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957705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4273300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5DFBE8-81F4-46A1-BB38-C49D79C4F68D}"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3040633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5DFBE8-81F4-46A1-BB38-C49D79C4F68D}"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6513368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DFBE8-81F4-46A1-BB38-C49D79C4F68D}"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7651318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5DFBE8-81F4-46A1-BB38-C49D79C4F68D}" type="datetime1">
              <a:rPr lang="en-US" smtClean="0"/>
              <a:t>6/5/2026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2238844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5DFBE8-81F4-46A1-BB38-C49D79C4F68D}" type="datetime1">
              <a:rPr lang="en-US" smtClean="0"/>
              <a:t>6/5/2026</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5333738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57FA73-4BE2-4237-90E8-28123CE1B9FA}" type="datetime1">
              <a:rPr lang="en-US" smtClean="0"/>
              <a:t>6/5/2026</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50023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BA1E88-22B3-4091-902C-19D6AD2267FE}" type="datetime1">
              <a:rPr lang="en-US" smtClean="0"/>
              <a:t>6/5/2026</a:t>
            </a:fld>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28576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EFC53A-E163-43E4-9309-C62B24E59229}" type="datetime1">
              <a:rPr lang="en-US" smtClean="0"/>
              <a:t>6/5/2026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93777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5DFBE8-81F4-46A1-BB38-C49D79C4F68D}" type="datetime1">
              <a:rPr lang="en-US" smtClean="0"/>
              <a:t>6/5/2026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8803357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DFBE8-81F4-46A1-BB38-C49D79C4F68D}"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1950807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DFBE8-81F4-46A1-BB38-C49D79C4F68D}"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529254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DFBE8-81F4-46A1-BB38-C49D79C4F68D}"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4475235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DFBE8-81F4-46A1-BB38-C49D79C4F68D}"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5774755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DFBE8-81F4-46A1-BB38-C49D79C4F68D}"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3202281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5DFBE8-81F4-46A1-BB38-C49D79C4F68D}"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5643885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5DFBE8-81F4-46A1-BB38-C49D79C4F68D}" type="datetime1">
              <a:rPr lang="en-US" smtClean="0"/>
              <a:t>6/5/2026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5983547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6/5/2026</a:t>
            </a:fld>
            <a:endParaRPr lang="en-US" dirty="0"/>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44495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6/5/2026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615521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6/5/2026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232420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421770"/>
            <a:ext cx="7525512" cy="1933310"/>
          </a:xfrm>
        </p:spPr>
        <p:txBody>
          <a:bodyPr>
            <a:normAutofit/>
          </a:bodyPr>
          <a:lstStyle>
            <a:lvl1pPr algn="ctr">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353387"/>
            <a:ext cx="10543032" cy="3273331"/>
          </a:xfrm>
        </p:spPr>
        <p:txBody>
          <a:bodyPr anchor="b">
            <a:normAutofit/>
          </a:bodyPr>
          <a:lstStyle>
            <a:lvl1pPr marL="0" indent="0" algn="ctr">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175A1B29-DFBD-4673-8328-3ED6619AAB50}" type="datetime1">
              <a:rPr lang="en-US" smtClean="0"/>
              <a:t>6/5/2026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838165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63662" y="561268"/>
            <a:ext cx="9264676" cy="5735465"/>
          </a:xfrm>
        </p:spPr>
        <p:txBody>
          <a:bodyPr anchor="ctr">
            <a:noAutofit/>
          </a:bodyPr>
          <a:lstStyle>
            <a:lvl1pPr marL="0" indent="0" algn="ctr">
              <a:lnSpc>
                <a:spcPct val="80000"/>
              </a:lnSpc>
              <a:buNone/>
              <a:defRPr lang="en-US" sz="6600" b="0" kern="1200" cap="all" baseline="0" dirty="0">
                <a:solidFill>
                  <a:schemeClr val="tx1"/>
                </a:solidFill>
                <a:latin typeface="+mj-lt"/>
                <a:ea typeface="+mj-ea"/>
                <a:cs typeface="+mj-cs"/>
              </a:defRPr>
            </a:lvl1pPr>
            <a:lvl2pPr marL="228600" indent="0" algn="ctr">
              <a:lnSpc>
                <a:spcPct val="80000"/>
              </a:lnSpc>
              <a:buNone/>
              <a:defRPr lang="en-US" sz="6600" b="0" kern="1200" cap="all" baseline="0" dirty="0">
                <a:solidFill>
                  <a:schemeClr val="tx1"/>
                </a:solidFill>
                <a:latin typeface="+mj-lt"/>
                <a:ea typeface="+mj-ea"/>
                <a:cs typeface="+mj-cs"/>
              </a:defRPr>
            </a:lvl2pPr>
            <a:lvl3pPr marL="457200" indent="0" algn="ctr">
              <a:lnSpc>
                <a:spcPct val="80000"/>
              </a:lnSpc>
              <a:buNone/>
              <a:defRPr lang="en-US" sz="6600" b="0" kern="1200" cap="all" baseline="0" dirty="0">
                <a:solidFill>
                  <a:schemeClr val="tx1"/>
                </a:solidFill>
                <a:latin typeface="+mj-lt"/>
                <a:ea typeface="+mj-ea"/>
                <a:cs typeface="+mj-cs"/>
              </a:defRPr>
            </a:lvl3pPr>
            <a:lvl4pPr marL="685800" indent="0" algn="ctr">
              <a:lnSpc>
                <a:spcPct val="100000"/>
              </a:lnSpc>
              <a:buNone/>
              <a:defRPr lang="en-US" sz="8000" b="1" kern="1200" cap="all" baseline="0" dirty="0">
                <a:solidFill>
                  <a:schemeClr val="tx1"/>
                </a:solidFill>
                <a:latin typeface="Playfair Display Black" pitchFamily="2" charset="0"/>
                <a:ea typeface="+mj-ea"/>
                <a:cs typeface="+mj-cs"/>
              </a:defRPr>
            </a:lvl4pPr>
            <a:lvl5pPr marL="914400" indent="0" algn="ctr">
              <a:lnSpc>
                <a:spcPct val="100000"/>
              </a:lnSpc>
              <a:buNone/>
              <a:defRPr lang="en-US" sz="8000" b="1" kern="1200" cap="all" baseline="0" dirty="0">
                <a:solidFill>
                  <a:schemeClr val="tx1"/>
                </a:solidFill>
                <a:latin typeface="Playfair Display Black" pitchFamily="2" charset="0"/>
                <a:ea typeface="+mj-ea"/>
                <a:cs typeface="+mj-cs"/>
              </a:defRPr>
            </a:lvl5pPr>
          </a:lstStyle>
          <a:p>
            <a:pPr lvl="0"/>
            <a:r>
              <a:rPr lang="en-US" dirty="0"/>
              <a:t>Click to add Statement</a:t>
            </a:r>
          </a:p>
          <a:p>
            <a:pPr lvl="1"/>
            <a:r>
              <a:rPr lang="en-US" dirty="0"/>
              <a:t>Second level</a:t>
            </a:r>
          </a:p>
          <a:p>
            <a:pPr lvl="2"/>
            <a:r>
              <a:rPr lang="en-US" dirty="0"/>
              <a:t>Third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E7C9592F-4A0D-4D12-B47E-4A7D843B26AD}" type="datetime1">
              <a:rPr lang="en-US" smtClean="0"/>
              <a:t>6/5/2026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911765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C0B019-1F65-5FF3-EACC-1DBD4333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0064" y="557784"/>
            <a:ext cx="5914085" cy="5780110"/>
          </a:xfrm>
          <a:prstGeom prst="rect">
            <a:avLst/>
          </a:prstGeom>
        </p:spPr>
      </p:pic>
      <p:sp>
        <p:nvSpPr>
          <p:cNvPr id="3" name="Title 1">
            <a:extLst>
              <a:ext uri="{FF2B5EF4-FFF2-40B4-BE49-F238E27FC236}">
                <a16:creationId xmlns:a16="http://schemas.microsoft.com/office/drawing/2014/main" id="{6763DD55-592C-903A-3F9C-A96924CFEAC8}"/>
              </a:ext>
            </a:extLst>
          </p:cNvPr>
          <p:cNvSpPr>
            <a:spLocks noGrp="1"/>
          </p:cNvSpPr>
          <p:nvPr>
            <p:ph type="title"/>
          </p:nvPr>
        </p:nvSpPr>
        <p:spPr>
          <a:xfrm>
            <a:off x="612648" y="907302"/>
            <a:ext cx="4361688" cy="1649694"/>
          </a:xfrm>
        </p:spPr>
        <p:txBody>
          <a:bodyPr anchor="t"/>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4361688"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051C0813-C057-2B90-9C5A-3AE995C89739}"/>
              </a:ext>
            </a:extLst>
          </p:cNvPr>
          <p:cNvSpPr>
            <a:spLocks noGrp="1"/>
          </p:cNvSpPr>
          <p:nvPr>
            <p:ph type="pic" sz="quarter" idx="15"/>
          </p:nvPr>
        </p:nvSpPr>
        <p:spPr>
          <a:xfrm>
            <a:off x="6071625" y="862357"/>
            <a:ext cx="5170964" cy="5170964"/>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47132" y="6529916"/>
            <a:ext cx="3284341" cy="328084"/>
          </a:xfrm>
          <a:prstGeom prst="rect">
            <a:avLst/>
          </a:prstGeom>
        </p:spPr>
        <p:txBody>
          <a:bodyPr/>
          <a:lstStyle/>
          <a:p>
            <a:fld id="{7D3302DA-6AFE-4F11-B5FB-C17B82EA8578}" type="datetime1">
              <a:rPr lang="en-US" smtClean="0"/>
              <a:t>6/5/2026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873218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Header 2">
    <p:bg>
      <p:bgRef idx="1001">
        <a:schemeClr val="bg1"/>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2BD543F-D939-A8C7-FAFA-B555B276DBD7}"/>
              </a:ext>
            </a:extLst>
          </p:cNvPr>
          <p:cNvSpPr>
            <a:spLocks noGrp="1"/>
          </p:cNvSpPr>
          <p:nvPr>
            <p:ph type="ctrTitle"/>
          </p:nvPr>
        </p:nvSpPr>
        <p:spPr>
          <a:xfrm>
            <a:off x="1450428" y="990601"/>
            <a:ext cx="9145991" cy="3630384"/>
          </a:xfrm>
        </p:spPr>
        <p:txBody>
          <a:bodyPr anchor="b">
            <a:noAutofit/>
          </a:bodyPr>
          <a:lstStyle>
            <a:lvl1pPr algn="l">
              <a:defRPr sz="65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D6DBE5D1-8623-4EBC-BE64-F118A957A6D2}" type="datetime1">
              <a:rPr lang="en-US" smtClean="0"/>
              <a:t>6/5/2026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859099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050322" y="5137616"/>
            <a:ext cx="8054173" cy="466344"/>
          </a:xfrm>
        </p:spPr>
        <p:txBody>
          <a:bodyPr anchor="ctr">
            <a:normAutofit/>
          </a:bodyPr>
          <a:lstStyle>
            <a:lvl1pPr>
              <a:lnSpc>
                <a:spcPct val="120000"/>
              </a:lnSpc>
              <a:defRPr sz="1800" cap="none"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393371" y="1188720"/>
            <a:ext cx="8593017" cy="2174966"/>
          </a:xfrm>
        </p:spPr>
        <p:txBody>
          <a:bodyPr anchor="b">
            <a:normAutofit/>
          </a:bodyPr>
          <a:lstStyle>
            <a:lvl1pPr marL="0" indent="-457200" defTabSz="914400">
              <a:lnSpc>
                <a:spcPct val="80000"/>
              </a:lnSpc>
              <a:spcBef>
                <a:spcPts val="0"/>
              </a:spcBef>
              <a:buNone/>
              <a:defRPr sz="45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DB6CF73C-93E7-489E-AE2B-E246A7DB6D93}" type="datetime1">
              <a:rPr lang="en-US" smtClean="0"/>
              <a:t>6/5/2026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000173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6/5/2026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6442844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6/5/2026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5563395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65DFBE8-81F4-46A1-BB38-C49D79C4F68D}" type="datetime1">
              <a:rPr lang="en-US" smtClean="0"/>
              <a:t>6/5/2026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3768253115"/>
      </p:ext>
    </p:extLst>
  </p:cSld>
  <p:clrMap bg1="lt1" tx1="dk1" bg2="lt2" tx2="dk2" accent1="accent1" accent2="accent2" accent3="accent3" accent4="accent4" accent5="accent5" accent6="accent6" hlink="hlink" folHlink="folHlink"/>
  <p:sldLayoutIdLst>
    <p:sldLayoutId id="2147483881" r:id="rId1"/>
    <p:sldLayoutId id="2147483882" r:id="rId2"/>
    <p:sldLayoutId id="2147483883" r:id="rId3"/>
    <p:sldLayoutId id="2147483884" r:id="rId4"/>
    <p:sldLayoutId id="2147483885" r:id="rId5"/>
    <p:sldLayoutId id="2147483886" r:id="rId6"/>
    <p:sldLayoutId id="2147483887" r:id="rId7"/>
    <p:sldLayoutId id="2147483888" r:id="rId8"/>
    <p:sldLayoutId id="2147483889" r:id="rId9"/>
    <p:sldLayoutId id="2147483890" r:id="rId10"/>
    <p:sldLayoutId id="2147483891" r:id="rId11"/>
    <p:sldLayoutId id="2147483892" r:id="rId12"/>
    <p:sldLayoutId id="2147483893" r:id="rId13"/>
    <p:sldLayoutId id="2147483894" r:id="rId14"/>
    <p:sldLayoutId id="2147483895" r:id="rId15"/>
    <p:sldLayoutId id="2147483896" r:id="rId16"/>
    <p:sldLayoutId id="2147483897" r:id="rId17"/>
    <p:sldLayoutId id="2147483898" r:id="rId18"/>
    <p:sldLayoutId id="2147483899" r:id="rId19"/>
    <p:sldLayoutId id="2147483900" r:id="rId20"/>
    <p:sldLayoutId id="2147483901" r:id="rId21"/>
    <p:sldLayoutId id="2147483902" r:id="rId22"/>
    <p:sldLayoutId id="2147483903" r:id="rId23"/>
    <p:sldLayoutId id="2147483904" r:id="rId24"/>
    <p:sldLayoutId id="2147483905" r:id="rId25"/>
    <p:sldLayoutId id="2147483906" r:id="rId2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8" Type="http://schemas.openxmlformats.org/officeDocument/2006/relationships/hyperlink" Target="https://arxiv.org/abs/1810.04805" TargetMode="External"/><Relationship Id="rId3" Type="http://schemas.openxmlformats.org/officeDocument/2006/relationships/diagramLayout" Target="../diagrams/layout2.xml"/><Relationship Id="rId7" Type="http://schemas.openxmlformats.org/officeDocument/2006/relationships/hyperlink" Target="https://doi.org/10.1023/A:1010933404324" TargetMode="External"/><Relationship Id="rId2" Type="http://schemas.openxmlformats.org/officeDocument/2006/relationships/diagramData" Target="../diagrams/data2.xml"/><Relationship Id="rId1" Type="http://schemas.openxmlformats.org/officeDocument/2006/relationships/slideLayout" Target="../slideLayouts/slideLayout25.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hyperlink" Target="https://doi.org/10.3390/electronics9030483" TargetMode="External"/><Relationship Id="rId4" Type="http://schemas.openxmlformats.org/officeDocument/2006/relationships/diagramQuickStyle" Target="../diagrams/quickStyle2.xml"/><Relationship Id="rId9" Type="http://schemas.openxmlformats.org/officeDocument/2006/relationships/hyperlink" Target="https://arxiv.org/abs/2203.05794"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1346090" y="3249038"/>
            <a:ext cx="5434089" cy="1001950"/>
          </a:xfrm>
        </p:spPr>
        <p:txBody>
          <a:bodyPr>
            <a:normAutofit/>
          </a:bodyPr>
          <a:lstStyle/>
          <a:p>
            <a:r>
              <a:rPr lang="en-IN" sz="3000" dirty="0"/>
              <a:t>              </a:t>
            </a:r>
            <a:br>
              <a:rPr lang="en-IN" sz="3000" dirty="0"/>
            </a:br>
            <a:endParaRPr lang="en-US" sz="3000" dirty="0"/>
          </a:p>
        </p:txBody>
      </p:sp>
      <p:sp>
        <p:nvSpPr>
          <p:cNvPr id="5" name="TextBox 4">
            <a:extLst>
              <a:ext uri="{FF2B5EF4-FFF2-40B4-BE49-F238E27FC236}">
                <a16:creationId xmlns:a16="http://schemas.microsoft.com/office/drawing/2014/main" id="{F974A09D-50C6-8E1F-6015-C4A9D46158DC}"/>
              </a:ext>
            </a:extLst>
          </p:cNvPr>
          <p:cNvSpPr txBox="1"/>
          <p:nvPr/>
        </p:nvSpPr>
        <p:spPr>
          <a:xfrm>
            <a:off x="2839338" y="2177635"/>
            <a:ext cx="4873557" cy="584775"/>
          </a:xfrm>
          <a:prstGeom prst="rect">
            <a:avLst/>
          </a:prstGeom>
          <a:noFill/>
        </p:spPr>
        <p:txBody>
          <a:bodyPr wrap="square">
            <a:spAutoFit/>
          </a:bodyPr>
          <a:lstStyle/>
          <a:p>
            <a:r>
              <a:rPr lang="en-IN" sz="3200" dirty="0">
                <a:solidFill>
                  <a:schemeClr val="accent2">
                    <a:lumMod val="75000"/>
                  </a:schemeClr>
                </a:solidFill>
              </a:rPr>
              <a:t>Amazon </a:t>
            </a:r>
            <a:r>
              <a:rPr lang="en-IN" sz="32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Product</a:t>
            </a:r>
            <a:r>
              <a:rPr lang="en-IN" sz="3200" dirty="0">
                <a:solidFill>
                  <a:schemeClr val="accent2">
                    <a:lumMod val="75000"/>
                  </a:schemeClr>
                </a:solidFill>
              </a:rPr>
              <a:t> Reviews </a:t>
            </a:r>
          </a:p>
        </p:txBody>
      </p:sp>
      <p:sp>
        <p:nvSpPr>
          <p:cNvPr id="7" name="TextBox 6">
            <a:extLst>
              <a:ext uri="{FF2B5EF4-FFF2-40B4-BE49-F238E27FC236}">
                <a16:creationId xmlns:a16="http://schemas.microsoft.com/office/drawing/2014/main" id="{3B6620DE-F19D-93A2-BC49-27C9A396B261}"/>
              </a:ext>
            </a:extLst>
          </p:cNvPr>
          <p:cNvSpPr txBox="1"/>
          <p:nvPr/>
        </p:nvSpPr>
        <p:spPr>
          <a:xfrm>
            <a:off x="914399" y="3262751"/>
            <a:ext cx="8938055" cy="795089"/>
          </a:xfrm>
          <a:prstGeom prst="rect">
            <a:avLst/>
          </a:prstGeom>
          <a:noFill/>
        </p:spPr>
        <p:txBody>
          <a:bodyPr wrap="square">
            <a:spAutoFit/>
          </a:bodyPr>
          <a:lstStyle/>
          <a:p>
            <a:pPr algn="ctr">
              <a:spcAft>
                <a:spcPts val="200"/>
              </a:spcAft>
            </a:pPr>
            <a:r>
              <a:rPr lang="en-IN" sz="3000" dirty="0"/>
              <a:t>Multi-Class </a:t>
            </a:r>
            <a:r>
              <a:rPr lang="en-IN" sz="3000" dirty="0">
                <a:latin typeface="Calibri" panose="020F0502020204030204" pitchFamily="34" charset="0"/>
                <a:ea typeface="Calibri" panose="020F0502020204030204" pitchFamily="34" charset="0"/>
                <a:cs typeface="Calibri" panose="020F0502020204030204" pitchFamily="34" charset="0"/>
              </a:rPr>
              <a:t>Sentiment</a:t>
            </a:r>
            <a:r>
              <a:rPr lang="en-IN" sz="3000" dirty="0"/>
              <a:t> Analysis and Topic Modelling</a:t>
            </a:r>
          </a:p>
          <a:p>
            <a:pPr algn="ctr">
              <a:spcAft>
                <a:spcPts val="200"/>
              </a:spcAft>
            </a:pPr>
            <a:r>
              <a:rPr lang="en-IN" sz="1400" i="1" u="sng" dirty="0">
                <a:solidFill>
                  <a:schemeClr val="tx1">
                    <a:lumMod val="65000"/>
                    <a:lumOff val="35000"/>
                  </a:schemeClr>
                </a:solidFill>
              </a:rPr>
              <a:t>Dataset Link : https://www.kaggle.com/datasets/cynthiarempel/amazon-us-customer-reviews-dataset</a:t>
            </a:r>
          </a:p>
        </p:txBody>
      </p:sp>
      <p:sp>
        <p:nvSpPr>
          <p:cNvPr id="10" name="Subtitle 2">
            <a:extLst>
              <a:ext uri="{FF2B5EF4-FFF2-40B4-BE49-F238E27FC236}">
                <a16:creationId xmlns:a16="http://schemas.microsoft.com/office/drawing/2014/main" id="{363CF5F8-0028-8636-5006-5D5C52B32774}"/>
              </a:ext>
            </a:extLst>
          </p:cNvPr>
          <p:cNvSpPr>
            <a:spLocks noGrp="1"/>
          </p:cNvSpPr>
          <p:nvPr>
            <p:ph type="body" sz="quarter" idx="13"/>
          </p:nvPr>
        </p:nvSpPr>
        <p:spPr>
          <a:xfrm>
            <a:off x="6186791" y="4824920"/>
            <a:ext cx="2762655" cy="1352144"/>
          </a:xfrm>
        </p:spPr>
        <p:txBody>
          <a:bodyPr>
            <a:noAutofit/>
          </a:bodyPr>
          <a:lstStyle/>
          <a:p>
            <a:r>
              <a:rPr lang="en-US" sz="2000" b="1" dirty="0">
                <a:solidFill>
                  <a:srgbClr val="00B050"/>
                </a:solidFill>
                <a:latin typeface="Calibri" panose="020F0502020204030204" pitchFamily="34" charset="0"/>
                <a:ea typeface="Calibri" panose="020F0502020204030204" pitchFamily="34" charset="0"/>
                <a:cs typeface="Calibri" panose="020F0502020204030204" pitchFamily="34" charset="0"/>
              </a:rPr>
              <a:t>Presented by</a:t>
            </a:r>
          </a:p>
          <a:p>
            <a:r>
              <a:rPr lang="en-US" sz="2000" b="1" dirty="0">
                <a:solidFill>
                  <a:srgbClr val="00B050"/>
                </a:solidFill>
                <a:latin typeface="Calibri" panose="020F0502020204030204" pitchFamily="34" charset="0"/>
                <a:ea typeface="Calibri" panose="020F0502020204030204" pitchFamily="34" charset="0"/>
                <a:cs typeface="Calibri" panose="020F0502020204030204" pitchFamily="34" charset="0"/>
              </a:rPr>
              <a:t>Revathi Sivasankaran</a:t>
            </a:r>
          </a:p>
          <a:p>
            <a:r>
              <a:rPr lang="en-US" sz="2000" b="1" dirty="0">
                <a:solidFill>
                  <a:srgbClr val="00B050"/>
                </a:solidFill>
                <a:latin typeface="Calibri" panose="020F0502020204030204" pitchFamily="34" charset="0"/>
                <a:ea typeface="Calibri" panose="020F0502020204030204" pitchFamily="34" charset="0"/>
                <a:cs typeface="Calibri" panose="020F0502020204030204" pitchFamily="34" charset="0"/>
              </a:rPr>
              <a:t>4371ORRN</a:t>
            </a:r>
          </a:p>
        </p:txBody>
      </p:sp>
      <p:pic>
        <p:nvPicPr>
          <p:cNvPr id="11" name="Picture 10" descr="Amazon Publishes Comprehensive Brand Protection Report Demonstrating  Progress Toward Driving Counterfeits to Zero">
            <a:extLst>
              <a:ext uri="{FF2B5EF4-FFF2-40B4-BE49-F238E27FC236}">
                <a16:creationId xmlns:a16="http://schemas.microsoft.com/office/drawing/2014/main" id="{ACD15D1B-7E7C-A60E-0B67-B797B377D043}"/>
              </a:ext>
            </a:extLst>
          </p:cNvPr>
          <p:cNvPicPr>
            <a:picLocks noChangeAspect="1"/>
          </p:cNvPicPr>
          <p:nvPr/>
        </p:nvPicPr>
        <p:blipFill>
          <a:blip r:embed="rId3"/>
          <a:stretch>
            <a:fillRect/>
          </a:stretch>
        </p:blipFill>
        <p:spPr>
          <a:xfrm>
            <a:off x="0" y="0"/>
            <a:ext cx="3355284" cy="1410555"/>
          </a:xfrm>
          <a:prstGeom prst="rect">
            <a:avLst/>
          </a:prstGeom>
        </p:spPr>
      </p:pic>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E9521F-CC42-235E-F804-B826A36205D1}"/>
              </a:ext>
            </a:extLst>
          </p:cNvPr>
          <p:cNvSpPr>
            <a:spLocks noGrp="1"/>
          </p:cNvSpPr>
          <p:nvPr>
            <p:ph sz="quarter" idx="14"/>
          </p:nvPr>
        </p:nvSpPr>
        <p:spPr>
          <a:xfrm>
            <a:off x="392311" y="2358660"/>
            <a:ext cx="3863398" cy="3252219"/>
          </a:xfrm>
        </p:spPr>
        <p:txBody>
          <a:bodyPr>
            <a:normAutofit fontScale="92500" lnSpcReduction="10000"/>
          </a:bodyPr>
          <a:lstStyle/>
          <a:p>
            <a:pPr marL="0" indent="0">
              <a:buNone/>
            </a:pPr>
            <a:r>
              <a:rPr lang="en-US" dirty="0">
                <a:solidFill>
                  <a:srgbClr val="334E68"/>
                </a:solidFill>
                <a:latin typeface="Calibri" pitchFamily="34" charset="0"/>
                <a:ea typeface="Calibri" pitchFamily="34" charset="-122"/>
                <a:cs typeface="Calibri" pitchFamily="34" charset="-120"/>
              </a:rPr>
              <a:t>E-commerce platforms receive millions of customer reviews daily, making manual analysis impossible.</a:t>
            </a:r>
            <a:endParaRPr lang="en-US" dirty="0"/>
          </a:p>
          <a:p>
            <a:pPr marL="0" indent="0">
              <a:buNone/>
            </a:pPr>
            <a:r>
              <a:rPr lang="en-US" dirty="0">
                <a:solidFill>
                  <a:srgbClr val="334E68"/>
                </a:solidFill>
                <a:latin typeface="Calibri" pitchFamily="34" charset="0"/>
                <a:ea typeface="Calibri" pitchFamily="34" charset="-122"/>
                <a:cs typeface="Calibri" pitchFamily="34" charset="-120"/>
              </a:rPr>
              <a:t>This project uses Machine Learning and NLP to:</a:t>
            </a:r>
            <a:endParaRPr lang="en-US" dirty="0"/>
          </a:p>
          <a:p>
            <a:pPr marL="0" indent="0">
              <a:buNone/>
            </a:pPr>
            <a:r>
              <a:rPr lang="en-US" dirty="0">
                <a:solidFill>
                  <a:srgbClr val="334E68"/>
                </a:solidFill>
                <a:latin typeface="Calibri" pitchFamily="34" charset="0"/>
                <a:ea typeface="Calibri" pitchFamily="34" charset="-122"/>
                <a:cs typeface="Calibri" pitchFamily="34" charset="-120"/>
              </a:rPr>
              <a:t>  •  Classify review sentiment (1–5 stars)</a:t>
            </a:r>
            <a:endParaRPr lang="en-US" dirty="0"/>
          </a:p>
          <a:p>
            <a:pPr marL="0" indent="0">
              <a:buNone/>
            </a:pPr>
            <a:r>
              <a:rPr lang="en-US" dirty="0">
                <a:solidFill>
                  <a:srgbClr val="334E68"/>
                </a:solidFill>
                <a:latin typeface="Calibri" pitchFamily="34" charset="0"/>
                <a:ea typeface="Calibri" pitchFamily="34" charset="-122"/>
                <a:cs typeface="Calibri" pitchFamily="34" charset="-120"/>
              </a:rPr>
              <a:t>  •  Extract dominant product topics</a:t>
            </a:r>
            <a:endParaRPr lang="en-US" dirty="0"/>
          </a:p>
          <a:p>
            <a:pPr marL="0" indent="0">
              <a:buNone/>
            </a:pPr>
            <a:r>
              <a:rPr lang="en-US" dirty="0">
                <a:solidFill>
                  <a:srgbClr val="334E68"/>
                </a:solidFill>
                <a:latin typeface="Calibri" pitchFamily="34" charset="0"/>
                <a:ea typeface="Calibri" pitchFamily="34" charset="-122"/>
                <a:cs typeface="Calibri" pitchFamily="34" charset="-120"/>
              </a:rPr>
              <a:t>  •  Score review quality &amp; helpfulness</a:t>
            </a:r>
            <a:endParaRPr lang="en-US" dirty="0"/>
          </a:p>
          <a:p>
            <a:pPr marL="0" indent="0">
              <a:buNone/>
            </a:pPr>
            <a:r>
              <a:rPr lang="en-US" dirty="0">
                <a:solidFill>
                  <a:srgbClr val="334E68"/>
                </a:solidFill>
                <a:latin typeface="Calibri" pitchFamily="34" charset="0"/>
                <a:ea typeface="Calibri" pitchFamily="34" charset="-122"/>
                <a:cs typeface="Calibri" pitchFamily="34" charset="-120"/>
              </a:rPr>
              <a:t>  •  Detect low-quality or misleading reviews</a:t>
            </a:r>
            <a:endParaRPr lang="en-US" dirty="0"/>
          </a:p>
          <a:p>
            <a:pPr marL="0" indent="0">
              <a:buNone/>
            </a:pPr>
            <a:endParaRPr lang="en-US" dirty="0"/>
          </a:p>
        </p:txBody>
      </p:sp>
      <p:sp>
        <p:nvSpPr>
          <p:cNvPr id="7" name="Text 11">
            <a:extLst>
              <a:ext uri="{FF2B5EF4-FFF2-40B4-BE49-F238E27FC236}">
                <a16:creationId xmlns:a16="http://schemas.microsoft.com/office/drawing/2014/main" id="{2B548C3A-157B-07A7-4E4C-6EBFD24FF4EC}"/>
              </a:ext>
            </a:extLst>
          </p:cNvPr>
          <p:cNvSpPr/>
          <p:nvPr/>
        </p:nvSpPr>
        <p:spPr>
          <a:xfrm>
            <a:off x="4901184" y="1737360"/>
            <a:ext cx="3526536" cy="3026664"/>
          </a:xfrm>
          <a:prstGeom prst="rect">
            <a:avLst/>
          </a:prstGeom>
          <a:noFill/>
          <a:ln/>
        </p:spPr>
        <p:txBody>
          <a:bodyPr wrap="square" rtlCol="0" anchor="ctr"/>
          <a:lstStyle/>
          <a:p>
            <a:pPr marL="0" indent="0">
              <a:buNone/>
            </a:pPr>
            <a:endParaRPr lang="en-US" sz="1200" dirty="0"/>
          </a:p>
        </p:txBody>
      </p:sp>
      <p:sp>
        <p:nvSpPr>
          <p:cNvPr id="8" name="Shape 4"/>
          <p:cNvSpPr/>
          <p:nvPr/>
        </p:nvSpPr>
        <p:spPr>
          <a:xfrm>
            <a:off x="492981" y="1816608"/>
            <a:ext cx="3762727" cy="359664"/>
          </a:xfrm>
          <a:prstGeom prst="rect">
            <a:avLst/>
          </a:prstGeom>
          <a:solidFill>
            <a:schemeClr val="accent1">
              <a:lumMod val="40000"/>
              <a:lumOff val="60000"/>
            </a:schemeClr>
          </a:solidFill>
          <a:ln/>
        </p:spPr>
        <p:txBody>
          <a:bodyPr/>
          <a:lstStyle/>
          <a:p>
            <a:r>
              <a:rPr lang="en-IN" dirty="0"/>
              <a:t>Background</a:t>
            </a:r>
          </a:p>
        </p:txBody>
      </p:sp>
      <p:sp>
        <p:nvSpPr>
          <p:cNvPr id="9" name="TextBox 8">
            <a:extLst>
              <a:ext uri="{FF2B5EF4-FFF2-40B4-BE49-F238E27FC236}">
                <a16:creationId xmlns:a16="http://schemas.microsoft.com/office/drawing/2014/main" id="{150EE6D7-4EBF-908D-CD72-EA5C8C202B26}"/>
              </a:ext>
            </a:extLst>
          </p:cNvPr>
          <p:cNvSpPr txBox="1"/>
          <p:nvPr/>
        </p:nvSpPr>
        <p:spPr>
          <a:xfrm>
            <a:off x="5527040" y="1683034"/>
            <a:ext cx="2521531" cy="596378"/>
          </a:xfrm>
          <a:prstGeom prst="rect">
            <a:avLst/>
          </a:prstGeom>
          <a:noFill/>
        </p:spPr>
        <p:txBody>
          <a:bodyPr wrap="square" rtlCol="0">
            <a:spAutoFit/>
          </a:bodyPr>
          <a:lstStyle/>
          <a:p>
            <a:endParaRPr lang="en-IN" dirty="0"/>
          </a:p>
        </p:txBody>
      </p:sp>
      <p:sp>
        <p:nvSpPr>
          <p:cNvPr id="11" name="Text 9">
            <a:extLst>
              <a:ext uri="{FF2B5EF4-FFF2-40B4-BE49-F238E27FC236}">
                <a16:creationId xmlns:a16="http://schemas.microsoft.com/office/drawing/2014/main" id="{FFA4C303-6A53-E84C-D297-106426E56A45}"/>
              </a:ext>
            </a:extLst>
          </p:cNvPr>
          <p:cNvSpPr/>
          <p:nvPr/>
        </p:nvSpPr>
        <p:spPr>
          <a:xfrm>
            <a:off x="5527040" y="1683034"/>
            <a:ext cx="4023360" cy="438912"/>
          </a:xfrm>
          <a:prstGeom prst="rect">
            <a:avLst/>
          </a:prstGeom>
          <a:noFill/>
          <a:ln/>
        </p:spPr>
        <p:txBody>
          <a:bodyPr wrap="square" rtlCol="0" anchor="ctr"/>
          <a:lstStyle/>
          <a:p>
            <a:pPr marL="0" indent="0">
              <a:buNone/>
            </a:pPr>
            <a:endParaRPr lang="en-US" sz="1400" dirty="0"/>
          </a:p>
        </p:txBody>
      </p:sp>
      <p:sp>
        <p:nvSpPr>
          <p:cNvPr id="14" name="Shape 4">
            <a:extLst>
              <a:ext uri="{FF2B5EF4-FFF2-40B4-BE49-F238E27FC236}">
                <a16:creationId xmlns:a16="http://schemas.microsoft.com/office/drawing/2014/main" id="{5C8EDD4E-24B8-1D6A-7ED2-91E8558DE979}"/>
              </a:ext>
            </a:extLst>
          </p:cNvPr>
          <p:cNvSpPr/>
          <p:nvPr/>
        </p:nvSpPr>
        <p:spPr>
          <a:xfrm>
            <a:off x="5619940" y="1816608"/>
            <a:ext cx="3453255" cy="359664"/>
          </a:xfrm>
          <a:prstGeom prst="rect">
            <a:avLst/>
          </a:prstGeom>
          <a:solidFill>
            <a:schemeClr val="accent1">
              <a:lumMod val="40000"/>
              <a:lumOff val="60000"/>
            </a:schemeClr>
          </a:solidFill>
          <a:ln/>
        </p:spPr>
        <p:txBody>
          <a:bodyPr/>
          <a:lstStyle/>
          <a:p>
            <a:r>
              <a:rPr lang="en-IN" dirty="0"/>
              <a:t>Why It Matters</a:t>
            </a:r>
          </a:p>
        </p:txBody>
      </p:sp>
      <p:sp>
        <p:nvSpPr>
          <p:cNvPr id="16" name="Text 21">
            <a:extLst>
              <a:ext uri="{FF2B5EF4-FFF2-40B4-BE49-F238E27FC236}">
                <a16:creationId xmlns:a16="http://schemas.microsoft.com/office/drawing/2014/main" id="{2F237F56-C03D-92AE-5F22-A7DEDA83C93A}"/>
              </a:ext>
            </a:extLst>
          </p:cNvPr>
          <p:cNvSpPr/>
          <p:nvPr/>
        </p:nvSpPr>
        <p:spPr>
          <a:xfrm>
            <a:off x="4718304" y="1613916"/>
            <a:ext cx="4023360" cy="2830068"/>
          </a:xfrm>
          <a:prstGeom prst="rect">
            <a:avLst/>
          </a:prstGeom>
          <a:noFill/>
          <a:ln/>
        </p:spPr>
        <p:txBody>
          <a:bodyPr wrap="square" rtlCol="0" anchor="ctr"/>
          <a:lstStyle/>
          <a:p>
            <a:endParaRPr lang="en-US" sz="1100" dirty="0"/>
          </a:p>
        </p:txBody>
      </p:sp>
      <p:sp>
        <p:nvSpPr>
          <p:cNvPr id="17" name="Rectangle 16">
            <a:extLst>
              <a:ext uri="{FF2B5EF4-FFF2-40B4-BE49-F238E27FC236}">
                <a16:creationId xmlns:a16="http://schemas.microsoft.com/office/drawing/2014/main" id="{270DBBFD-3079-9B94-C2F3-5F8E6A4F20AA}"/>
              </a:ext>
            </a:extLst>
          </p:cNvPr>
          <p:cNvSpPr/>
          <p:nvPr/>
        </p:nvSpPr>
        <p:spPr>
          <a:xfrm>
            <a:off x="5619941" y="2358660"/>
            <a:ext cx="3453255" cy="3252219"/>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2">
                    <a:lumMod val="60000"/>
                    <a:lumOff val="40000"/>
                  </a:schemeClr>
                </a:solidFill>
                <a:latin typeface="Calibri" panose="020F0502020204030204" pitchFamily="34" charset="0"/>
                <a:ea typeface="Calibri" panose="020F0502020204030204" pitchFamily="34" charset="0"/>
                <a:cs typeface="Calibri" panose="020F0502020204030204" pitchFamily="34" charset="0"/>
              </a:rPr>
              <a:t>Boost product quality</a:t>
            </a:r>
          </a:p>
          <a:p>
            <a:r>
              <a:rPr lang="en-US" sz="1200" dirty="0">
                <a:solidFill>
                  <a:schemeClr val="tx2">
                    <a:lumMod val="60000"/>
                    <a:lumOff val="40000"/>
                  </a:schemeClr>
                </a:solidFill>
                <a:latin typeface="Calibri" panose="020F0502020204030204" pitchFamily="34" charset="0"/>
                <a:ea typeface="Calibri" panose="020F0502020204030204" pitchFamily="34" charset="0"/>
                <a:cs typeface="Calibri" panose="020F0502020204030204" pitchFamily="34" charset="0"/>
              </a:rPr>
              <a:t>Turn millions of reviews into quality insights</a:t>
            </a:r>
          </a:p>
          <a:p>
            <a:r>
              <a:rPr lang="en-US" b="1" dirty="0">
                <a:solidFill>
                  <a:schemeClr val="tx2">
                    <a:lumMod val="60000"/>
                    <a:lumOff val="40000"/>
                  </a:schemeClr>
                </a:solidFill>
                <a:latin typeface="Calibri" panose="020F0502020204030204" pitchFamily="34" charset="0"/>
                <a:ea typeface="Calibri" panose="020F0502020204030204" pitchFamily="34" charset="0"/>
                <a:cs typeface="Calibri" panose="020F0502020204030204" pitchFamily="34" charset="0"/>
              </a:rPr>
              <a:t>Fix key issues</a:t>
            </a:r>
          </a:p>
          <a:p>
            <a:r>
              <a:rPr lang="en-US" sz="1200" dirty="0">
                <a:solidFill>
                  <a:schemeClr val="tx2">
                    <a:lumMod val="60000"/>
                    <a:lumOff val="40000"/>
                  </a:schemeClr>
                </a:solidFill>
                <a:latin typeface="Calibri" panose="020F0502020204030204" pitchFamily="34" charset="0"/>
                <a:ea typeface="Calibri" panose="020F0502020204030204" pitchFamily="34" charset="0"/>
                <a:cs typeface="Calibri" panose="020F0502020204030204" pitchFamily="34" charset="0"/>
              </a:rPr>
              <a:t>Identify delivery, pricing &amp; usability problems</a:t>
            </a:r>
          </a:p>
          <a:p>
            <a:r>
              <a:rPr lang="en-US" b="1" dirty="0">
                <a:solidFill>
                  <a:schemeClr val="tx2">
                    <a:lumMod val="60000"/>
                    <a:lumOff val="40000"/>
                  </a:schemeClr>
                </a:solidFill>
                <a:latin typeface="Calibri" panose="020F0502020204030204" pitchFamily="34" charset="0"/>
                <a:ea typeface="Calibri" panose="020F0502020204030204" pitchFamily="34" charset="0"/>
                <a:cs typeface="Calibri" panose="020F0502020204030204" pitchFamily="34" charset="0"/>
              </a:rPr>
              <a:t>Detect fake reviews</a:t>
            </a:r>
          </a:p>
          <a:p>
            <a:r>
              <a:rPr lang="en-US" sz="1200" dirty="0">
                <a:solidFill>
                  <a:schemeClr val="tx2">
                    <a:lumMod val="60000"/>
                    <a:lumOff val="40000"/>
                  </a:schemeClr>
                </a:solidFill>
                <a:latin typeface="Calibri" panose="020F0502020204030204" pitchFamily="34" charset="0"/>
                <a:ea typeface="Calibri" panose="020F0502020204030204" pitchFamily="34" charset="0"/>
                <a:cs typeface="Calibri" panose="020F0502020204030204" pitchFamily="34" charset="0"/>
              </a:rPr>
              <a:t>Flag misleading or low-quality content</a:t>
            </a:r>
          </a:p>
          <a:p>
            <a:r>
              <a:rPr lang="en-US" b="1" dirty="0">
                <a:solidFill>
                  <a:schemeClr val="tx2">
                    <a:lumMod val="60000"/>
                    <a:lumOff val="40000"/>
                  </a:schemeClr>
                </a:solidFill>
                <a:latin typeface="Calibri" panose="020F0502020204030204" pitchFamily="34" charset="0"/>
                <a:ea typeface="Calibri" panose="020F0502020204030204" pitchFamily="34" charset="0"/>
                <a:cs typeface="Calibri" panose="020F0502020204030204" pitchFamily="34" charset="0"/>
              </a:rPr>
              <a:t>Drive decisions</a:t>
            </a:r>
          </a:p>
          <a:p>
            <a:r>
              <a:rPr lang="en-US" sz="1200" dirty="0">
                <a:solidFill>
                  <a:schemeClr val="tx2">
                    <a:lumMod val="60000"/>
                    <a:lumOff val="40000"/>
                  </a:schemeClr>
                </a:solidFill>
                <a:latin typeface="Calibri" panose="020F0502020204030204" pitchFamily="34" charset="0"/>
                <a:ea typeface="Calibri" panose="020F0502020204030204" pitchFamily="34" charset="0"/>
                <a:cs typeface="Calibri" panose="020F0502020204030204" pitchFamily="34" charset="0"/>
              </a:rPr>
              <a:t>Actionable insights for e-commerce teams</a:t>
            </a:r>
          </a:p>
          <a:p>
            <a:endParaRPr lang="en-US" dirty="0"/>
          </a:p>
        </p:txBody>
      </p:sp>
      <p:sp>
        <p:nvSpPr>
          <p:cNvPr id="18" name="Shape 0">
            <a:extLst>
              <a:ext uri="{FF2B5EF4-FFF2-40B4-BE49-F238E27FC236}">
                <a16:creationId xmlns:a16="http://schemas.microsoft.com/office/drawing/2014/main" id="{6DF06AB7-B397-C3B2-418D-341CC5EB36C4}"/>
              </a:ext>
            </a:extLst>
          </p:cNvPr>
          <p:cNvSpPr/>
          <p:nvPr/>
        </p:nvSpPr>
        <p:spPr>
          <a:xfrm>
            <a:off x="146304" y="172449"/>
            <a:ext cx="9144000" cy="960120"/>
          </a:xfrm>
          <a:prstGeom prst="rect">
            <a:avLst/>
          </a:prstGeom>
          <a:solidFill>
            <a:schemeClr val="accent1">
              <a:lumMod val="40000"/>
              <a:lumOff val="60000"/>
            </a:schemeClr>
          </a:solidFill>
          <a:ln/>
        </p:spPr>
        <p:txBody>
          <a:bodyPr/>
          <a:lstStyle/>
          <a:p>
            <a:r>
              <a:rPr lang="en-US" sz="4000" b="1" dirty="0">
                <a:latin typeface="Calibri" pitchFamily="34" charset="0"/>
                <a:ea typeface="Calibri" pitchFamily="34" charset="-122"/>
                <a:cs typeface="Calibri" pitchFamily="34" charset="-120"/>
              </a:rPr>
              <a:t>Project Overview</a:t>
            </a:r>
            <a:endParaRPr lang="en-IN" sz="4000" dirty="0"/>
          </a:p>
        </p:txBody>
      </p:sp>
    </p:spTree>
    <p:extLst>
      <p:ext uri="{BB962C8B-B14F-4D97-AF65-F5344CB8AC3E}">
        <p14:creationId xmlns:p14="http://schemas.microsoft.com/office/powerpoint/2010/main" val="2002021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AEDB2E-E9A8-A2BE-9DF9-7167340500CB}"/>
              </a:ext>
            </a:extLst>
          </p:cNvPr>
          <p:cNvSpPr/>
          <p:nvPr/>
        </p:nvSpPr>
        <p:spPr>
          <a:xfrm>
            <a:off x="649705" y="1564105"/>
            <a:ext cx="4162926" cy="3136232"/>
          </a:xfrm>
          <a:prstGeom prst="rect">
            <a:avLst/>
          </a:prstGeom>
          <a:solidFill>
            <a:schemeClr val="accent1">
              <a:lumMod val="20000"/>
              <a:lumOff val="80000"/>
            </a:schemeClr>
          </a:solidFill>
          <a:ln w="12700">
            <a:solidFill>
              <a:srgbClr val="C5DEF5"/>
            </a:solidFill>
            <a:prstDash val="solid"/>
          </a:ln>
        </p:spPr>
        <p:txBody>
          <a:bodyPr rtlCol="0" anchor="ctr"/>
          <a:lstStyle/>
          <a:p>
            <a:pPr algn="l"/>
            <a:endParaRPr lang="en-IN"/>
          </a:p>
        </p:txBody>
      </p:sp>
      <p:sp>
        <p:nvSpPr>
          <p:cNvPr id="19" name="Shape 0">
            <a:extLst>
              <a:ext uri="{FF2B5EF4-FFF2-40B4-BE49-F238E27FC236}">
                <a16:creationId xmlns:a16="http://schemas.microsoft.com/office/drawing/2014/main" id="{E7381563-7447-295F-6064-4D3D7E97B162}"/>
              </a:ext>
            </a:extLst>
          </p:cNvPr>
          <p:cNvSpPr/>
          <p:nvPr/>
        </p:nvSpPr>
        <p:spPr>
          <a:xfrm>
            <a:off x="443883" y="244535"/>
            <a:ext cx="9144000" cy="960120"/>
          </a:xfrm>
          <a:prstGeom prst="rect">
            <a:avLst/>
          </a:prstGeom>
          <a:solidFill>
            <a:schemeClr val="accent1">
              <a:lumMod val="40000"/>
              <a:lumOff val="60000"/>
            </a:schemeClr>
          </a:solidFill>
          <a:ln/>
        </p:spPr>
        <p:txBody>
          <a:bodyPr/>
          <a:lstStyle/>
          <a:p>
            <a:r>
              <a:rPr lang="en-IN" sz="4000" b="1" dirty="0">
                <a:solidFill>
                  <a:schemeClr val="bg1"/>
                </a:solidFill>
              </a:rPr>
              <a:t>Research Question</a:t>
            </a:r>
          </a:p>
        </p:txBody>
      </p:sp>
      <p:sp>
        <p:nvSpPr>
          <p:cNvPr id="3" name="TextBox 2">
            <a:extLst>
              <a:ext uri="{FF2B5EF4-FFF2-40B4-BE49-F238E27FC236}">
                <a16:creationId xmlns:a16="http://schemas.microsoft.com/office/drawing/2014/main" id="{642F3619-D989-8E76-E676-406E5F6A676A}"/>
              </a:ext>
            </a:extLst>
          </p:cNvPr>
          <p:cNvSpPr txBox="1"/>
          <p:nvPr/>
        </p:nvSpPr>
        <p:spPr>
          <a:xfrm>
            <a:off x="981617" y="1819089"/>
            <a:ext cx="3694658" cy="2308324"/>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rPr>
              <a:t>How effectively can machine learning and NLP techniques extract customer sentiment, identify key discussion topics, and assess the quality and authenticity of Amazon product reviews to generate actionable insights for e-commerce decision-making?</a:t>
            </a:r>
          </a:p>
        </p:txBody>
      </p:sp>
      <p:pic>
        <p:nvPicPr>
          <p:cNvPr id="5" name="Picture 4">
            <a:extLst>
              <a:ext uri="{FF2B5EF4-FFF2-40B4-BE49-F238E27FC236}">
                <a16:creationId xmlns:a16="http://schemas.microsoft.com/office/drawing/2014/main" id="{E2257A68-4D80-CA9F-EC63-C99DA7A4CF8E}"/>
              </a:ext>
            </a:extLst>
          </p:cNvPr>
          <p:cNvPicPr>
            <a:picLocks noChangeAspect="1"/>
          </p:cNvPicPr>
          <p:nvPr/>
        </p:nvPicPr>
        <p:blipFill>
          <a:blip r:embed="rId3"/>
          <a:stretch>
            <a:fillRect/>
          </a:stretch>
        </p:blipFill>
        <p:spPr>
          <a:xfrm>
            <a:off x="5587106" y="1473489"/>
            <a:ext cx="3765764" cy="3147333"/>
          </a:xfrm>
          <a:prstGeom prst="rect">
            <a:avLst/>
          </a:prstGeom>
        </p:spPr>
      </p:pic>
    </p:spTree>
    <p:extLst>
      <p:ext uri="{BB962C8B-B14F-4D97-AF65-F5344CB8AC3E}">
        <p14:creationId xmlns:p14="http://schemas.microsoft.com/office/powerpoint/2010/main" val="1751885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F221D0A3-95B0-E06A-69D8-6ACCF5B3EB67}"/>
              </a:ext>
            </a:extLst>
          </p:cNvPr>
          <p:cNvGraphicFramePr/>
          <p:nvPr>
            <p:extLst>
              <p:ext uri="{D42A27DB-BD31-4B8C-83A1-F6EECF244321}">
                <p14:modId xmlns:p14="http://schemas.microsoft.com/office/powerpoint/2010/main" val="3327621681"/>
              </p:ext>
            </p:extLst>
          </p:nvPr>
        </p:nvGraphicFramePr>
        <p:xfrm>
          <a:off x="-488272" y="1926454"/>
          <a:ext cx="4752514" cy="23792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hape 3">
            <a:extLst>
              <a:ext uri="{FF2B5EF4-FFF2-40B4-BE49-F238E27FC236}">
                <a16:creationId xmlns:a16="http://schemas.microsoft.com/office/drawing/2014/main" id="{8A9C1E68-7353-EAAB-A102-90B7F6BFDD52}"/>
              </a:ext>
            </a:extLst>
          </p:cNvPr>
          <p:cNvSpPr/>
          <p:nvPr/>
        </p:nvSpPr>
        <p:spPr>
          <a:xfrm>
            <a:off x="3305987" y="1565562"/>
            <a:ext cx="2790013" cy="1491540"/>
          </a:xfrm>
          <a:prstGeom prst="rect">
            <a:avLst/>
          </a:prstGeom>
          <a:solidFill>
            <a:schemeClr val="accent1">
              <a:lumMod val="40000"/>
              <a:lumOff val="60000"/>
            </a:schemeClr>
          </a:solidFill>
          <a:ln w="12700">
            <a:solidFill>
              <a:srgbClr val="C5DEF5"/>
            </a:solidFill>
            <a:prstDash val="solid"/>
          </a:ln>
        </p:spPr>
        <p:txBody>
          <a:bodyPr/>
          <a:lstStyle/>
          <a:p>
            <a:r>
              <a:rPr lang="en-US" dirty="0">
                <a:solidFill>
                  <a:srgbClr val="334E68"/>
                </a:solidFill>
                <a:latin typeface="Calibri" pitchFamily="34" charset="0"/>
                <a:ea typeface="Calibri" pitchFamily="34" charset="-122"/>
                <a:cs typeface="Calibri" pitchFamily="34" charset="-120"/>
              </a:rPr>
              <a:t>Develop &amp; compare LR, Random Forest, and DistilBERT classifiers targeting ≥85% accuracy for 1–5star ratings.</a:t>
            </a:r>
            <a:endParaRPr lang="en-US" dirty="0"/>
          </a:p>
          <a:p>
            <a:endParaRPr lang="en-IN" dirty="0"/>
          </a:p>
        </p:txBody>
      </p:sp>
      <p:sp>
        <p:nvSpPr>
          <p:cNvPr id="9" name="Shape 4">
            <a:extLst>
              <a:ext uri="{FF2B5EF4-FFF2-40B4-BE49-F238E27FC236}">
                <a16:creationId xmlns:a16="http://schemas.microsoft.com/office/drawing/2014/main" id="{0D4F9DAB-D1F5-C77E-CE9D-5E7695BC2734}"/>
              </a:ext>
            </a:extLst>
          </p:cNvPr>
          <p:cNvSpPr/>
          <p:nvPr/>
        </p:nvSpPr>
        <p:spPr>
          <a:xfrm>
            <a:off x="3305987" y="1179692"/>
            <a:ext cx="2807342" cy="355106"/>
          </a:xfrm>
          <a:prstGeom prst="rect">
            <a:avLst/>
          </a:prstGeom>
          <a:solidFill>
            <a:srgbClr val="92D050"/>
          </a:solidFill>
          <a:ln/>
        </p:spPr>
        <p:txBody>
          <a:bodyPr/>
          <a:lstStyle/>
          <a:p>
            <a:r>
              <a:rPr lang="en-US" b="1" dirty="0">
                <a:solidFill>
                  <a:srgbClr val="FFFFFF"/>
                </a:solidFill>
                <a:latin typeface="Calibri" pitchFamily="34" charset="0"/>
                <a:ea typeface="Calibri" pitchFamily="34" charset="-122"/>
                <a:cs typeface="Calibri" pitchFamily="34" charset="-120"/>
              </a:rPr>
              <a:t>Sentiment Classification</a:t>
            </a:r>
            <a:endParaRPr lang="en-US" dirty="0"/>
          </a:p>
          <a:p>
            <a:endParaRPr lang="en-IN" dirty="0"/>
          </a:p>
        </p:txBody>
      </p:sp>
      <p:sp>
        <p:nvSpPr>
          <p:cNvPr id="12" name="Shape 4">
            <a:extLst>
              <a:ext uri="{FF2B5EF4-FFF2-40B4-BE49-F238E27FC236}">
                <a16:creationId xmlns:a16="http://schemas.microsoft.com/office/drawing/2014/main" id="{5B027083-C827-276E-5630-90862089C2A4}"/>
              </a:ext>
            </a:extLst>
          </p:cNvPr>
          <p:cNvSpPr/>
          <p:nvPr/>
        </p:nvSpPr>
        <p:spPr>
          <a:xfrm>
            <a:off x="159133" y="1181844"/>
            <a:ext cx="2807342" cy="355107"/>
          </a:xfrm>
          <a:prstGeom prst="rect">
            <a:avLst/>
          </a:prstGeom>
          <a:solidFill>
            <a:srgbClr val="92D050"/>
          </a:solidFill>
          <a:ln/>
        </p:spPr>
        <p:txBody>
          <a:bodyPr/>
          <a:lstStyle/>
          <a:p>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Fake Review Filter</a:t>
            </a:r>
          </a:p>
        </p:txBody>
      </p:sp>
      <p:sp>
        <p:nvSpPr>
          <p:cNvPr id="14" name="Title 13">
            <a:extLst>
              <a:ext uri="{FF2B5EF4-FFF2-40B4-BE49-F238E27FC236}">
                <a16:creationId xmlns:a16="http://schemas.microsoft.com/office/drawing/2014/main" id="{A37441F8-E471-CED9-D014-7A5C8286596C}"/>
              </a:ext>
            </a:extLst>
          </p:cNvPr>
          <p:cNvSpPr>
            <a:spLocks noGrp="1"/>
          </p:cNvSpPr>
          <p:nvPr>
            <p:ph type="title"/>
          </p:nvPr>
        </p:nvSpPr>
        <p:spPr/>
        <p:txBody>
          <a:bodyPr/>
          <a:lstStyle/>
          <a:p>
            <a:br>
              <a:rPr lang="en-US" dirty="0"/>
            </a:br>
            <a:r>
              <a:rPr lang="en-US" b="1" dirty="0">
                <a:solidFill>
                  <a:srgbClr val="FFFFFF"/>
                </a:solidFill>
                <a:latin typeface="Calibri" pitchFamily="34" charset="0"/>
                <a:ea typeface="Calibri" pitchFamily="34" charset="-122"/>
                <a:cs typeface="Calibri" pitchFamily="34" charset="-120"/>
              </a:rPr>
              <a:t>Quality Scoring</a:t>
            </a:r>
            <a:br>
              <a:rPr lang="en-US" dirty="0"/>
            </a:br>
            <a:r>
              <a:rPr lang="en-US" b="1" dirty="0">
                <a:solidFill>
                  <a:srgbClr val="FFFFFF"/>
                </a:solidFill>
                <a:latin typeface="Calibri" pitchFamily="34" charset="0"/>
                <a:ea typeface="Calibri" pitchFamily="34" charset="-122"/>
                <a:cs typeface="Calibri" pitchFamily="34" charset="-120"/>
              </a:rPr>
              <a:t>Quality Scoring</a:t>
            </a:r>
            <a:br>
              <a:rPr lang="en-US" dirty="0"/>
            </a:br>
            <a:endParaRPr lang="en-IN" dirty="0"/>
          </a:p>
        </p:txBody>
      </p:sp>
      <p:sp>
        <p:nvSpPr>
          <p:cNvPr id="19" name="Shape 3">
            <a:extLst>
              <a:ext uri="{FF2B5EF4-FFF2-40B4-BE49-F238E27FC236}">
                <a16:creationId xmlns:a16="http://schemas.microsoft.com/office/drawing/2014/main" id="{872BB145-3E32-C4B2-8186-B19D34A2ED85}"/>
              </a:ext>
            </a:extLst>
          </p:cNvPr>
          <p:cNvSpPr/>
          <p:nvPr/>
        </p:nvSpPr>
        <p:spPr>
          <a:xfrm flipH="1">
            <a:off x="159133" y="1581150"/>
            <a:ext cx="2807341" cy="1491540"/>
          </a:xfrm>
          <a:prstGeom prst="rect">
            <a:avLst/>
          </a:prstGeom>
          <a:solidFill>
            <a:schemeClr val="accent1">
              <a:lumMod val="40000"/>
              <a:lumOff val="60000"/>
            </a:schemeClr>
          </a:solidFill>
          <a:ln w="12700">
            <a:solidFill>
              <a:srgbClr val="C5DEF5"/>
            </a:solidFill>
            <a:prstDash val="solid"/>
          </a:ln>
        </p:spPr>
        <p:txBody>
          <a:bodyPr/>
          <a:lstStyle/>
          <a:p>
            <a:r>
              <a:rPr lang="en-IN" dirty="0">
                <a:solidFill>
                  <a:schemeClr val="tx2"/>
                </a:solidFill>
                <a:latin typeface="Calibri" panose="020F0502020204030204" pitchFamily="34" charset="0"/>
                <a:ea typeface="Calibri" panose="020F0502020204030204" pitchFamily="34" charset="0"/>
                <a:cs typeface="Calibri" panose="020F0502020204030204" pitchFamily="34" charset="0"/>
              </a:rPr>
              <a:t>Build a multi-signal filter using verified purchase status, sentiment-rating consistency, linguistic patterns.</a:t>
            </a:r>
          </a:p>
        </p:txBody>
      </p:sp>
      <p:sp>
        <p:nvSpPr>
          <p:cNvPr id="20" name="Shape 4">
            <a:extLst>
              <a:ext uri="{FF2B5EF4-FFF2-40B4-BE49-F238E27FC236}">
                <a16:creationId xmlns:a16="http://schemas.microsoft.com/office/drawing/2014/main" id="{840288B0-5EB4-44FD-30E1-6503B152C014}"/>
              </a:ext>
            </a:extLst>
          </p:cNvPr>
          <p:cNvSpPr/>
          <p:nvPr/>
        </p:nvSpPr>
        <p:spPr>
          <a:xfrm>
            <a:off x="6345455" y="1179691"/>
            <a:ext cx="3320716" cy="355107"/>
          </a:xfrm>
          <a:prstGeom prst="rect">
            <a:avLst/>
          </a:prstGeom>
          <a:solidFill>
            <a:srgbClr val="92D050"/>
          </a:solidFill>
          <a:ln/>
        </p:spPr>
        <p:txBody>
          <a:bodyPr/>
          <a:lstStyle/>
          <a:p>
            <a:r>
              <a:rPr lang="en-IN" b="1" dirty="0">
                <a:solidFill>
                  <a:schemeClr val="bg1"/>
                </a:solidFill>
              </a:rPr>
              <a:t>Topic Modelling</a:t>
            </a:r>
          </a:p>
        </p:txBody>
      </p:sp>
      <p:sp>
        <p:nvSpPr>
          <p:cNvPr id="22" name="Shape 3">
            <a:extLst>
              <a:ext uri="{FF2B5EF4-FFF2-40B4-BE49-F238E27FC236}">
                <a16:creationId xmlns:a16="http://schemas.microsoft.com/office/drawing/2014/main" id="{FD1D36C3-A976-F3B3-49A5-564B3A428F0C}"/>
              </a:ext>
            </a:extLst>
          </p:cNvPr>
          <p:cNvSpPr/>
          <p:nvPr/>
        </p:nvSpPr>
        <p:spPr>
          <a:xfrm flipH="1">
            <a:off x="6340638" y="1571092"/>
            <a:ext cx="3320718" cy="1522304"/>
          </a:xfrm>
          <a:prstGeom prst="rect">
            <a:avLst/>
          </a:prstGeom>
          <a:solidFill>
            <a:schemeClr val="accent1">
              <a:lumMod val="40000"/>
              <a:lumOff val="60000"/>
            </a:schemeClr>
          </a:solidFill>
          <a:ln w="12700">
            <a:solidFill>
              <a:srgbClr val="C5DEF5"/>
            </a:solidFill>
            <a:prstDash val="solid"/>
          </a:ln>
        </p:spPr>
        <p:txBody>
          <a:bodyPr/>
          <a:lstStyle/>
          <a:p>
            <a:r>
              <a:rPr lang="en-US" dirty="0">
                <a:solidFill>
                  <a:srgbClr val="334E68"/>
                </a:solidFill>
                <a:latin typeface="Calibri" pitchFamily="34" charset="0"/>
                <a:ea typeface="Calibri" pitchFamily="34" charset="-122"/>
                <a:cs typeface="Calibri" pitchFamily="34" charset="-120"/>
              </a:rPr>
              <a:t>Identify 5–10 dominant topics using LDA &amp; BERTopic: product quality, delivery, pricing, and usability.</a:t>
            </a:r>
            <a:endParaRPr lang="en-US" dirty="0"/>
          </a:p>
          <a:p>
            <a:endParaRPr lang="en-IN" dirty="0"/>
          </a:p>
        </p:txBody>
      </p:sp>
      <p:sp>
        <p:nvSpPr>
          <p:cNvPr id="23" name="Shape 4">
            <a:extLst>
              <a:ext uri="{FF2B5EF4-FFF2-40B4-BE49-F238E27FC236}">
                <a16:creationId xmlns:a16="http://schemas.microsoft.com/office/drawing/2014/main" id="{9B0FB4C3-0F6F-381F-CCAA-48123DD15C20}"/>
              </a:ext>
            </a:extLst>
          </p:cNvPr>
          <p:cNvSpPr/>
          <p:nvPr/>
        </p:nvSpPr>
        <p:spPr>
          <a:xfrm>
            <a:off x="1215188" y="3380897"/>
            <a:ext cx="2975072" cy="429901"/>
          </a:xfrm>
          <a:prstGeom prst="rect">
            <a:avLst/>
          </a:prstGeom>
          <a:solidFill>
            <a:srgbClr val="92D050"/>
          </a:solidFill>
          <a:ln/>
        </p:spPr>
        <p:txBody>
          <a:bodyPr/>
          <a:lstStyle/>
          <a:p>
            <a:r>
              <a:rPr lang="en-US" b="1" dirty="0">
                <a:solidFill>
                  <a:srgbClr val="FFFFFF"/>
                </a:solidFill>
                <a:latin typeface="Calibri" pitchFamily="34" charset="0"/>
                <a:ea typeface="Calibri" pitchFamily="34" charset="-122"/>
                <a:cs typeface="Calibri" pitchFamily="34" charset="-120"/>
              </a:rPr>
              <a:t>Quality Scoring</a:t>
            </a:r>
            <a:endParaRPr lang="en-US" dirty="0"/>
          </a:p>
          <a:p>
            <a:endParaRPr lang="en-US" dirty="0"/>
          </a:p>
          <a:p>
            <a:endParaRPr lang="en-IN" dirty="0"/>
          </a:p>
        </p:txBody>
      </p:sp>
      <p:sp>
        <p:nvSpPr>
          <p:cNvPr id="24" name="Shape 3">
            <a:extLst>
              <a:ext uri="{FF2B5EF4-FFF2-40B4-BE49-F238E27FC236}">
                <a16:creationId xmlns:a16="http://schemas.microsoft.com/office/drawing/2014/main" id="{6ADF29DD-30F6-F5D5-B9CB-FCBDA8304BEB}"/>
              </a:ext>
            </a:extLst>
          </p:cNvPr>
          <p:cNvSpPr/>
          <p:nvPr/>
        </p:nvSpPr>
        <p:spPr>
          <a:xfrm flipH="1">
            <a:off x="1215188" y="3847092"/>
            <a:ext cx="2975072" cy="1603797"/>
          </a:xfrm>
          <a:prstGeom prst="rect">
            <a:avLst/>
          </a:prstGeom>
          <a:solidFill>
            <a:schemeClr val="accent1">
              <a:lumMod val="40000"/>
              <a:lumOff val="60000"/>
            </a:schemeClr>
          </a:solidFill>
          <a:ln w="12700">
            <a:solidFill>
              <a:srgbClr val="C5DEF5"/>
            </a:solidFill>
            <a:prstDash val="solid"/>
          </a:ln>
        </p:spPr>
        <p:txBody>
          <a:bodyPr/>
          <a:lstStyle/>
          <a:p>
            <a:r>
              <a:rPr lang="en-US" dirty="0">
                <a:solidFill>
                  <a:srgbClr val="334E68"/>
                </a:solidFill>
                <a:latin typeface="Calibri" pitchFamily="34" charset="0"/>
                <a:ea typeface="Calibri" pitchFamily="34" charset="-122"/>
                <a:cs typeface="Calibri" pitchFamily="34" charset="-120"/>
              </a:rPr>
              <a:t>Build a composite quality score from review length, sentiment strength, and helpful votes to rank reviews.</a:t>
            </a:r>
            <a:endParaRPr lang="en-US" dirty="0"/>
          </a:p>
          <a:p>
            <a:endParaRPr lang="en-IN" dirty="0"/>
          </a:p>
        </p:txBody>
      </p:sp>
      <p:sp>
        <p:nvSpPr>
          <p:cNvPr id="25" name="Shape 4">
            <a:extLst>
              <a:ext uri="{FF2B5EF4-FFF2-40B4-BE49-F238E27FC236}">
                <a16:creationId xmlns:a16="http://schemas.microsoft.com/office/drawing/2014/main" id="{F5D50C08-E3FF-BF09-ACB4-5BC0AB0A5D35}"/>
              </a:ext>
            </a:extLst>
          </p:cNvPr>
          <p:cNvSpPr/>
          <p:nvPr/>
        </p:nvSpPr>
        <p:spPr>
          <a:xfrm>
            <a:off x="4808707" y="3380897"/>
            <a:ext cx="3980186" cy="466195"/>
          </a:xfrm>
          <a:prstGeom prst="rect">
            <a:avLst/>
          </a:prstGeom>
          <a:solidFill>
            <a:srgbClr val="92D050"/>
          </a:solidFill>
          <a:ln/>
        </p:spPr>
        <p:txBody>
          <a:bodyPr/>
          <a:lstStyle/>
          <a:p>
            <a:r>
              <a:rPr lang="en-US" b="1" dirty="0">
                <a:solidFill>
                  <a:srgbClr val="FFFFFF"/>
                </a:solidFill>
                <a:latin typeface="Calibri" pitchFamily="34" charset="0"/>
                <a:ea typeface="Calibri" pitchFamily="34" charset="-122"/>
                <a:cs typeface="Calibri" pitchFamily="34" charset="-120"/>
              </a:rPr>
              <a:t>Insight &amp; Visualization</a:t>
            </a:r>
            <a:endParaRPr lang="en-US" dirty="0"/>
          </a:p>
          <a:p>
            <a:endParaRPr lang="en-US" dirty="0"/>
          </a:p>
          <a:p>
            <a:endParaRPr lang="en-IN" dirty="0"/>
          </a:p>
        </p:txBody>
      </p:sp>
      <p:sp>
        <p:nvSpPr>
          <p:cNvPr id="26" name="Shape 3">
            <a:extLst>
              <a:ext uri="{FF2B5EF4-FFF2-40B4-BE49-F238E27FC236}">
                <a16:creationId xmlns:a16="http://schemas.microsoft.com/office/drawing/2014/main" id="{C9587555-A910-7136-B801-696FD654D2AD}"/>
              </a:ext>
            </a:extLst>
          </p:cNvPr>
          <p:cNvSpPr/>
          <p:nvPr/>
        </p:nvSpPr>
        <p:spPr>
          <a:xfrm flipH="1">
            <a:off x="4808703" y="3877944"/>
            <a:ext cx="3980189" cy="1572945"/>
          </a:xfrm>
          <a:prstGeom prst="rect">
            <a:avLst/>
          </a:prstGeom>
          <a:solidFill>
            <a:schemeClr val="accent1">
              <a:lumMod val="40000"/>
              <a:lumOff val="60000"/>
            </a:schemeClr>
          </a:solidFill>
          <a:ln w="12700">
            <a:solidFill>
              <a:srgbClr val="C5DEF5"/>
            </a:solidFill>
            <a:prstDash val="solid"/>
          </a:ln>
        </p:spPr>
        <p:txBody>
          <a:bodyPr/>
          <a:lstStyle/>
          <a:p>
            <a:r>
              <a:rPr lang="en-US" dirty="0">
                <a:solidFill>
                  <a:srgbClr val="334E68"/>
                </a:solidFill>
                <a:latin typeface="Calibri" pitchFamily="34" charset="0"/>
                <a:ea typeface="Calibri" pitchFamily="34" charset="-122"/>
                <a:cs typeface="Calibri" pitchFamily="34" charset="-120"/>
              </a:rPr>
              <a:t>Analyze and visualize relationships between sentiment, topics &amp; review quality for e-commerce stakeholders.</a:t>
            </a:r>
            <a:endParaRPr lang="en-US" dirty="0"/>
          </a:p>
          <a:p>
            <a:endParaRPr lang="en-IN" dirty="0"/>
          </a:p>
        </p:txBody>
      </p:sp>
      <p:sp>
        <p:nvSpPr>
          <p:cNvPr id="28" name="Shape 0">
            <a:extLst>
              <a:ext uri="{FF2B5EF4-FFF2-40B4-BE49-F238E27FC236}">
                <a16:creationId xmlns:a16="http://schemas.microsoft.com/office/drawing/2014/main" id="{76B29AB8-0011-3628-1781-935A1302948F}"/>
              </a:ext>
            </a:extLst>
          </p:cNvPr>
          <p:cNvSpPr/>
          <p:nvPr/>
        </p:nvSpPr>
        <p:spPr>
          <a:xfrm>
            <a:off x="159133" y="62143"/>
            <a:ext cx="9144000" cy="960120"/>
          </a:xfrm>
          <a:prstGeom prst="rect">
            <a:avLst/>
          </a:prstGeom>
          <a:solidFill>
            <a:schemeClr val="accent1">
              <a:lumMod val="40000"/>
              <a:lumOff val="60000"/>
            </a:schemeClr>
          </a:solidFill>
          <a:ln/>
        </p:spPr>
        <p:txBody>
          <a:bodyPr/>
          <a:lstStyle/>
          <a:p>
            <a:r>
              <a:rPr lang="en-IN" sz="3000" b="1" dirty="0"/>
              <a:t>Project Objectives</a:t>
            </a:r>
          </a:p>
        </p:txBody>
      </p:sp>
    </p:spTree>
    <p:extLst>
      <p:ext uri="{BB962C8B-B14F-4D97-AF65-F5344CB8AC3E}">
        <p14:creationId xmlns:p14="http://schemas.microsoft.com/office/powerpoint/2010/main" val="3408536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C11ADCC-4D86-E35C-3F99-43CEEE512A0E}"/>
              </a:ext>
            </a:extLst>
          </p:cNvPr>
          <p:cNvSpPr txBox="1"/>
          <p:nvPr/>
        </p:nvSpPr>
        <p:spPr>
          <a:xfrm>
            <a:off x="381000" y="373380"/>
            <a:ext cx="8892540" cy="369332"/>
          </a:xfrm>
          <a:prstGeom prst="rect">
            <a:avLst/>
          </a:prstGeom>
          <a:noFill/>
        </p:spPr>
        <p:txBody>
          <a:bodyPr wrap="square">
            <a:spAutoFit/>
          </a:bodyPr>
          <a:lstStyle/>
          <a:p>
            <a:r>
              <a:rPr lang="en-US" sz="1800" b="1" dirty="0">
                <a:solidFill>
                  <a:srgbClr val="FFFFFF"/>
                </a:solidFill>
                <a:latin typeface="Calibri" pitchFamily="34" charset="0"/>
                <a:ea typeface="Calibri" pitchFamily="34" charset="-122"/>
                <a:cs typeface="Calibri" pitchFamily="34" charset="-120"/>
              </a:rPr>
              <a:t>Overview</a:t>
            </a:r>
            <a:endParaRPr lang="en-US" sz="1800" dirty="0"/>
          </a:p>
        </p:txBody>
      </p:sp>
      <p:sp>
        <p:nvSpPr>
          <p:cNvPr id="7" name="Shape 3">
            <a:extLst>
              <a:ext uri="{FF2B5EF4-FFF2-40B4-BE49-F238E27FC236}">
                <a16:creationId xmlns:a16="http://schemas.microsoft.com/office/drawing/2014/main" id="{48EB0B0F-AFB5-84C6-0F10-6EB6AECD0934}"/>
              </a:ext>
            </a:extLst>
          </p:cNvPr>
          <p:cNvSpPr/>
          <p:nvPr/>
        </p:nvSpPr>
        <p:spPr>
          <a:xfrm>
            <a:off x="381000" y="1587718"/>
            <a:ext cx="1912620" cy="1242060"/>
          </a:xfrm>
          <a:prstGeom prst="rect">
            <a:avLst/>
          </a:prstGeom>
          <a:solidFill>
            <a:schemeClr val="accent1">
              <a:lumMod val="40000"/>
              <a:lumOff val="60000"/>
            </a:schemeClr>
          </a:solidFill>
          <a:ln/>
          <a:effectLst>
            <a:outerShdw blurRad="101600" dist="38100" dir="8100000" algn="bl" rotWithShape="0">
              <a:srgbClr val="000000">
                <a:alpha val="15000"/>
              </a:srgbClr>
            </a:outerShdw>
          </a:effectLst>
        </p:spPr>
        <p:txBody>
          <a:bodyPr/>
          <a:lstStyle/>
          <a:p>
            <a:r>
              <a:rPr lang="en-IN" dirty="0"/>
              <a:t>       </a:t>
            </a:r>
            <a:r>
              <a:rPr lang="en-IN" b="1" dirty="0"/>
              <a:t>6.9M</a:t>
            </a:r>
          </a:p>
          <a:p>
            <a:endParaRPr lang="en-IN" b="1" dirty="0"/>
          </a:p>
          <a:p>
            <a:r>
              <a:rPr lang="en-IN" b="1" dirty="0"/>
              <a:t>   Total </a:t>
            </a:r>
            <a:r>
              <a:rPr lang="en-IN" b="1" dirty="0">
                <a:latin typeface="Calibri" panose="020F0502020204030204" pitchFamily="34" charset="0"/>
                <a:ea typeface="Calibri" panose="020F0502020204030204" pitchFamily="34" charset="0"/>
                <a:cs typeface="Calibri" panose="020F0502020204030204" pitchFamily="34" charset="0"/>
              </a:rPr>
              <a:t>Reviews</a:t>
            </a:r>
          </a:p>
        </p:txBody>
      </p:sp>
      <p:sp>
        <p:nvSpPr>
          <p:cNvPr id="8" name="Shape 0">
            <a:extLst>
              <a:ext uri="{FF2B5EF4-FFF2-40B4-BE49-F238E27FC236}">
                <a16:creationId xmlns:a16="http://schemas.microsoft.com/office/drawing/2014/main" id="{44F4D610-158B-D4B4-6A72-A6299A2B6BD0}"/>
              </a:ext>
            </a:extLst>
          </p:cNvPr>
          <p:cNvSpPr/>
          <p:nvPr/>
        </p:nvSpPr>
        <p:spPr>
          <a:xfrm>
            <a:off x="129540" y="205095"/>
            <a:ext cx="9144000" cy="960120"/>
          </a:xfrm>
          <a:prstGeom prst="rect">
            <a:avLst/>
          </a:prstGeom>
          <a:solidFill>
            <a:schemeClr val="accent1">
              <a:lumMod val="40000"/>
              <a:lumOff val="60000"/>
            </a:schemeClr>
          </a:solidFill>
          <a:ln/>
        </p:spPr>
        <p:txBody>
          <a:bodyPr/>
          <a:lstStyle/>
          <a:p>
            <a:r>
              <a:rPr lang="en-US" sz="4000" b="1" dirty="0">
                <a:latin typeface="Calibri" pitchFamily="34" charset="0"/>
                <a:ea typeface="Calibri" pitchFamily="34" charset="-122"/>
                <a:cs typeface="Calibri" pitchFamily="34" charset="-120"/>
              </a:rPr>
              <a:t>Overview</a:t>
            </a:r>
            <a:r>
              <a:rPr lang="en-US" sz="4000" dirty="0"/>
              <a:t> </a:t>
            </a:r>
            <a:r>
              <a:rPr lang="en-US" sz="4000" b="1" dirty="0">
                <a:latin typeface="Calibri" pitchFamily="34" charset="0"/>
                <a:ea typeface="Calibri" pitchFamily="34" charset="-122"/>
                <a:cs typeface="Calibri" pitchFamily="34" charset="-120"/>
              </a:rPr>
              <a:t>Dataset</a:t>
            </a:r>
            <a:endParaRPr lang="en-IN" sz="4000" dirty="0"/>
          </a:p>
        </p:txBody>
      </p:sp>
      <p:sp>
        <p:nvSpPr>
          <p:cNvPr id="9" name="Shape 3">
            <a:extLst>
              <a:ext uri="{FF2B5EF4-FFF2-40B4-BE49-F238E27FC236}">
                <a16:creationId xmlns:a16="http://schemas.microsoft.com/office/drawing/2014/main" id="{FD610389-3D8A-A9A9-BF70-3FA39739860D}"/>
              </a:ext>
            </a:extLst>
          </p:cNvPr>
          <p:cNvSpPr/>
          <p:nvPr/>
        </p:nvSpPr>
        <p:spPr>
          <a:xfrm>
            <a:off x="2411730" y="1579771"/>
            <a:ext cx="1912620" cy="1242060"/>
          </a:xfrm>
          <a:prstGeom prst="rect">
            <a:avLst/>
          </a:prstGeom>
          <a:solidFill>
            <a:schemeClr val="accent1">
              <a:lumMod val="40000"/>
              <a:lumOff val="60000"/>
            </a:schemeClr>
          </a:solidFill>
          <a:ln/>
          <a:effectLst>
            <a:outerShdw blurRad="101600" dist="38100" dir="8100000" algn="bl" rotWithShape="0">
              <a:srgbClr val="000000">
                <a:alpha val="15000"/>
              </a:srgbClr>
            </a:outerShdw>
          </a:effectLst>
        </p:spPr>
        <p:txBody>
          <a:bodyPr/>
          <a:lstStyle/>
          <a:p>
            <a:r>
              <a:rPr lang="en-IN" dirty="0"/>
              <a:t>         </a:t>
            </a:r>
            <a:r>
              <a:rPr lang="en-IN" b="1" dirty="0"/>
              <a:t>15</a:t>
            </a:r>
          </a:p>
          <a:p>
            <a:endParaRPr lang="en-IN" b="1" dirty="0"/>
          </a:p>
          <a:p>
            <a:r>
              <a:rPr lang="en-IN" b="1" dirty="0">
                <a:latin typeface="Calibri" panose="020F0502020204030204" pitchFamily="34" charset="0"/>
                <a:ea typeface="Calibri" panose="020F0502020204030204" pitchFamily="34" charset="0"/>
                <a:cs typeface="Calibri" panose="020F0502020204030204" pitchFamily="34" charset="0"/>
              </a:rPr>
              <a:t>        Columns</a:t>
            </a:r>
          </a:p>
        </p:txBody>
      </p:sp>
      <p:sp>
        <p:nvSpPr>
          <p:cNvPr id="10" name="Shape 3">
            <a:extLst>
              <a:ext uri="{FF2B5EF4-FFF2-40B4-BE49-F238E27FC236}">
                <a16:creationId xmlns:a16="http://schemas.microsoft.com/office/drawing/2014/main" id="{2DCDA7EF-06E0-C7AD-CDE1-506F8C11E737}"/>
              </a:ext>
            </a:extLst>
          </p:cNvPr>
          <p:cNvSpPr/>
          <p:nvPr/>
        </p:nvSpPr>
        <p:spPr>
          <a:xfrm>
            <a:off x="4503420" y="1579771"/>
            <a:ext cx="1912620" cy="1242060"/>
          </a:xfrm>
          <a:prstGeom prst="rect">
            <a:avLst/>
          </a:prstGeom>
          <a:solidFill>
            <a:schemeClr val="accent1">
              <a:lumMod val="40000"/>
              <a:lumOff val="60000"/>
            </a:schemeClr>
          </a:solidFill>
          <a:ln/>
          <a:effectLst>
            <a:outerShdw blurRad="101600" dist="38100" dir="8100000" algn="bl" rotWithShape="0">
              <a:srgbClr val="000000">
                <a:alpha val="15000"/>
              </a:srgbClr>
            </a:outerShdw>
          </a:effectLst>
        </p:spPr>
        <p:txBody>
          <a:bodyPr/>
          <a:lstStyle/>
          <a:p>
            <a:r>
              <a:rPr lang="en-IN" dirty="0"/>
              <a:t>         </a:t>
            </a:r>
            <a:r>
              <a:rPr lang="en-IN" b="1" dirty="0"/>
              <a:t>1-5</a:t>
            </a:r>
          </a:p>
          <a:p>
            <a:endParaRPr lang="en-IN" b="1" dirty="0"/>
          </a:p>
          <a:p>
            <a:r>
              <a:rPr lang="en-IN" b="1" dirty="0"/>
              <a:t>    Star </a:t>
            </a:r>
            <a:r>
              <a:rPr lang="en-IN" b="1" dirty="0">
                <a:latin typeface="Calibri" panose="020F0502020204030204" pitchFamily="34" charset="0"/>
                <a:ea typeface="Calibri" panose="020F0502020204030204" pitchFamily="34" charset="0"/>
                <a:cs typeface="Calibri" panose="020F0502020204030204" pitchFamily="34" charset="0"/>
              </a:rPr>
              <a:t>Ratings</a:t>
            </a:r>
          </a:p>
        </p:txBody>
      </p:sp>
      <p:sp>
        <p:nvSpPr>
          <p:cNvPr id="11" name="Shape 3">
            <a:extLst>
              <a:ext uri="{FF2B5EF4-FFF2-40B4-BE49-F238E27FC236}">
                <a16:creationId xmlns:a16="http://schemas.microsoft.com/office/drawing/2014/main" id="{C453CBE6-B1AF-0F7E-F0CD-7206CBC12E10}"/>
              </a:ext>
            </a:extLst>
          </p:cNvPr>
          <p:cNvSpPr/>
          <p:nvPr/>
        </p:nvSpPr>
        <p:spPr>
          <a:xfrm>
            <a:off x="6720840" y="1587718"/>
            <a:ext cx="1912620" cy="1242060"/>
          </a:xfrm>
          <a:prstGeom prst="rect">
            <a:avLst/>
          </a:prstGeom>
          <a:solidFill>
            <a:schemeClr val="accent1">
              <a:lumMod val="40000"/>
              <a:lumOff val="60000"/>
            </a:schemeClr>
          </a:solidFill>
          <a:ln/>
          <a:effectLst>
            <a:outerShdw blurRad="101600" dist="38100" dir="8100000" algn="bl" rotWithShape="0">
              <a:srgbClr val="000000">
                <a:alpha val="15000"/>
              </a:srgbClr>
            </a:outerShdw>
          </a:effectLst>
        </p:spPr>
        <p:txBody>
          <a:bodyPr/>
          <a:lstStyle/>
          <a:p>
            <a:r>
              <a:rPr lang="en-IN" b="1" dirty="0"/>
              <a:t>         3-5</a:t>
            </a:r>
          </a:p>
          <a:p>
            <a:endParaRPr lang="en-IN" b="1" dirty="0"/>
          </a:p>
          <a:p>
            <a:r>
              <a:rPr lang="en-IN" b="1" dirty="0"/>
              <a:t> </a:t>
            </a:r>
            <a:r>
              <a:rPr lang="en-IN" b="1" dirty="0">
                <a:latin typeface="Calibri" panose="020F0502020204030204" pitchFamily="34" charset="0"/>
                <a:ea typeface="Calibri" panose="020F0502020204030204" pitchFamily="34" charset="0"/>
                <a:cs typeface="Calibri" panose="020F0502020204030204" pitchFamily="34" charset="0"/>
              </a:rPr>
              <a:t>Processed</a:t>
            </a:r>
            <a:r>
              <a:rPr lang="en-IN" b="1" dirty="0"/>
              <a:t> Size</a:t>
            </a:r>
          </a:p>
        </p:txBody>
      </p:sp>
      <p:sp>
        <p:nvSpPr>
          <p:cNvPr id="12" name="Shape 19">
            <a:extLst>
              <a:ext uri="{FF2B5EF4-FFF2-40B4-BE49-F238E27FC236}">
                <a16:creationId xmlns:a16="http://schemas.microsoft.com/office/drawing/2014/main" id="{546C7A64-A92D-06A7-90A4-E0A4C1E1DA2D}"/>
              </a:ext>
            </a:extLst>
          </p:cNvPr>
          <p:cNvSpPr/>
          <p:nvPr/>
        </p:nvSpPr>
        <p:spPr>
          <a:xfrm>
            <a:off x="480060" y="3069729"/>
            <a:ext cx="3863340" cy="3110091"/>
          </a:xfrm>
          <a:prstGeom prst="rect">
            <a:avLst/>
          </a:prstGeom>
          <a:solidFill>
            <a:schemeClr val="accent1">
              <a:lumMod val="40000"/>
              <a:lumOff val="60000"/>
            </a:schemeClr>
          </a:solidFill>
          <a:ln w="12700">
            <a:solidFill>
              <a:srgbClr val="C5DEF5"/>
            </a:solidFill>
            <a:prstDash val="solid"/>
          </a:ln>
        </p:spPr>
        <p:txBody>
          <a:bodyPr/>
          <a:lstStyle/>
          <a:p>
            <a:r>
              <a:rPr lang="en-IN" b="1" dirty="0"/>
              <a:t>Key </a:t>
            </a:r>
            <a:r>
              <a:rPr lang="en-IN" b="1" dirty="0">
                <a:latin typeface="Calibri" panose="020F0502020204030204" pitchFamily="34" charset="0"/>
                <a:ea typeface="Calibri" panose="020F0502020204030204" pitchFamily="34" charset="0"/>
                <a:cs typeface="Calibri" panose="020F0502020204030204" pitchFamily="34" charset="0"/>
              </a:rPr>
              <a:t>Columns</a:t>
            </a:r>
          </a:p>
        </p:txBody>
      </p:sp>
      <p:pic>
        <p:nvPicPr>
          <p:cNvPr id="14" name="Picture 13">
            <a:extLst>
              <a:ext uri="{FF2B5EF4-FFF2-40B4-BE49-F238E27FC236}">
                <a16:creationId xmlns:a16="http://schemas.microsoft.com/office/drawing/2014/main" id="{C23CAD7B-486E-D96B-D738-2E990C0439E9}"/>
              </a:ext>
            </a:extLst>
          </p:cNvPr>
          <p:cNvPicPr>
            <a:picLocks noChangeAspect="1"/>
          </p:cNvPicPr>
          <p:nvPr/>
        </p:nvPicPr>
        <p:blipFill>
          <a:blip r:embed="rId3"/>
          <a:stretch>
            <a:fillRect/>
          </a:stretch>
        </p:blipFill>
        <p:spPr>
          <a:xfrm>
            <a:off x="525780" y="3729910"/>
            <a:ext cx="3535680" cy="2209959"/>
          </a:xfrm>
          <a:prstGeom prst="rect">
            <a:avLst/>
          </a:prstGeom>
        </p:spPr>
      </p:pic>
      <p:sp>
        <p:nvSpPr>
          <p:cNvPr id="18" name="Shape 19">
            <a:extLst>
              <a:ext uri="{FF2B5EF4-FFF2-40B4-BE49-F238E27FC236}">
                <a16:creationId xmlns:a16="http://schemas.microsoft.com/office/drawing/2014/main" id="{2380C4E9-E280-7A76-4391-9661FB85E647}"/>
              </a:ext>
            </a:extLst>
          </p:cNvPr>
          <p:cNvSpPr/>
          <p:nvPr/>
        </p:nvSpPr>
        <p:spPr>
          <a:xfrm>
            <a:off x="4503420" y="3069729"/>
            <a:ext cx="4091977" cy="3110092"/>
          </a:xfrm>
          <a:prstGeom prst="rect">
            <a:avLst/>
          </a:prstGeom>
          <a:solidFill>
            <a:schemeClr val="accent1">
              <a:lumMod val="40000"/>
              <a:lumOff val="60000"/>
            </a:schemeClr>
          </a:solidFill>
          <a:ln w="12700">
            <a:solidFill>
              <a:srgbClr val="C5DEF5"/>
            </a:solidFill>
            <a:prstDash val="solid"/>
          </a:ln>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Dataset</a:t>
            </a:r>
            <a:r>
              <a:rPr lang="en-IN" b="1" dirty="0"/>
              <a:t> Source</a:t>
            </a:r>
          </a:p>
        </p:txBody>
      </p:sp>
      <p:pic>
        <p:nvPicPr>
          <p:cNvPr id="19" name="Picture 18">
            <a:extLst>
              <a:ext uri="{FF2B5EF4-FFF2-40B4-BE49-F238E27FC236}">
                <a16:creationId xmlns:a16="http://schemas.microsoft.com/office/drawing/2014/main" id="{02323A37-7593-3B98-1996-312F8D20DD32}"/>
              </a:ext>
            </a:extLst>
          </p:cNvPr>
          <p:cNvPicPr>
            <a:picLocks noChangeAspect="1"/>
          </p:cNvPicPr>
          <p:nvPr/>
        </p:nvPicPr>
        <p:blipFill>
          <a:blip r:embed="rId4"/>
          <a:stretch>
            <a:fillRect/>
          </a:stretch>
        </p:blipFill>
        <p:spPr>
          <a:xfrm>
            <a:off x="4591911" y="3729910"/>
            <a:ext cx="3753100" cy="2209959"/>
          </a:xfrm>
          <a:prstGeom prst="rect">
            <a:avLst/>
          </a:prstGeom>
        </p:spPr>
      </p:pic>
    </p:spTree>
    <p:extLst>
      <p:ext uri="{BB962C8B-B14F-4D97-AF65-F5344CB8AC3E}">
        <p14:creationId xmlns:p14="http://schemas.microsoft.com/office/powerpoint/2010/main" val="2949280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327A7D30-577E-2AC4-4E3F-712E8E4773DD}"/>
              </a:ext>
            </a:extLst>
          </p:cNvPr>
          <p:cNvSpPr/>
          <p:nvPr/>
        </p:nvSpPr>
        <p:spPr>
          <a:xfrm>
            <a:off x="414149" y="4331069"/>
            <a:ext cx="3560610" cy="206849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6F04035D-D93B-2DD0-BF16-E254A9576CF5}"/>
              </a:ext>
            </a:extLst>
          </p:cNvPr>
          <p:cNvSpPr/>
          <p:nvPr/>
        </p:nvSpPr>
        <p:spPr>
          <a:xfrm>
            <a:off x="414149" y="1757780"/>
            <a:ext cx="3560610" cy="206849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1F5072A-5F3E-FB56-A498-3CACC2BCD40B}"/>
              </a:ext>
            </a:extLst>
          </p:cNvPr>
          <p:cNvSpPr>
            <a:spLocks noGrp="1"/>
          </p:cNvSpPr>
          <p:nvPr>
            <p:ph type="title"/>
          </p:nvPr>
        </p:nvSpPr>
        <p:spPr/>
        <p:txBody>
          <a:bodyPr>
            <a:normAutofit/>
          </a:bodyPr>
          <a:lstStyle/>
          <a:p>
            <a:br>
              <a:rPr lang="en-US" dirty="0">
                <a:solidFill>
                  <a:schemeClr val="tx1"/>
                </a:solidFill>
              </a:rPr>
            </a:br>
            <a:endParaRPr lang="en-US" dirty="0">
              <a:solidFill>
                <a:schemeClr val="tx1"/>
              </a:solidFill>
            </a:endParaRPr>
          </a:p>
        </p:txBody>
      </p:sp>
      <p:sp>
        <p:nvSpPr>
          <p:cNvPr id="5" name="Text Placeholder 4">
            <a:extLst>
              <a:ext uri="{FF2B5EF4-FFF2-40B4-BE49-F238E27FC236}">
                <a16:creationId xmlns:a16="http://schemas.microsoft.com/office/drawing/2014/main" id="{267A519C-F281-254D-5A5E-8C29BE4DBF51}"/>
              </a:ext>
            </a:extLst>
          </p:cNvPr>
          <p:cNvSpPr>
            <a:spLocks noGrp="1"/>
          </p:cNvSpPr>
          <p:nvPr>
            <p:ph type="body" sz="half" idx="2"/>
          </p:nvPr>
        </p:nvSpPr>
        <p:spPr/>
        <p:txBody>
          <a:bodyPr/>
          <a:lstStyle/>
          <a:p>
            <a:r>
              <a:rPr lang="en-US" b="1" dirty="0">
                <a:solidFill>
                  <a:srgbClr val="FFFFFF"/>
                </a:solidFill>
                <a:latin typeface="Calibri" pitchFamily="34" charset="0"/>
                <a:ea typeface="Calibri" pitchFamily="34" charset="-122"/>
                <a:cs typeface="Calibri" pitchFamily="34" charset="-120"/>
              </a:rPr>
              <a:t>Methodology &amp; Technology Stack</a:t>
            </a:r>
            <a:endParaRPr lang="en-US" dirty="0"/>
          </a:p>
          <a:p>
            <a:endParaRPr lang="en-IN" dirty="0"/>
          </a:p>
        </p:txBody>
      </p:sp>
      <p:sp>
        <p:nvSpPr>
          <p:cNvPr id="10" name="Shape 0">
            <a:extLst>
              <a:ext uri="{FF2B5EF4-FFF2-40B4-BE49-F238E27FC236}">
                <a16:creationId xmlns:a16="http://schemas.microsoft.com/office/drawing/2014/main" id="{4E2C2712-59DB-80B9-DB46-2D4E4F694DE8}"/>
              </a:ext>
            </a:extLst>
          </p:cNvPr>
          <p:cNvSpPr/>
          <p:nvPr/>
        </p:nvSpPr>
        <p:spPr>
          <a:xfrm>
            <a:off x="129540" y="205095"/>
            <a:ext cx="9144000" cy="960120"/>
          </a:xfrm>
          <a:prstGeom prst="rect">
            <a:avLst/>
          </a:prstGeom>
          <a:solidFill>
            <a:schemeClr val="accent1">
              <a:lumMod val="40000"/>
              <a:lumOff val="60000"/>
            </a:schemeClr>
          </a:solidFill>
          <a:ln/>
        </p:spPr>
        <p:txBody>
          <a:bodyPr/>
          <a:lstStyle/>
          <a:p>
            <a:r>
              <a:rPr lang="en-US" sz="4000" b="1" dirty="0">
                <a:latin typeface="Calibri" pitchFamily="34" charset="0"/>
                <a:ea typeface="Calibri" pitchFamily="34" charset="-122"/>
                <a:cs typeface="Calibri" pitchFamily="34" charset="-120"/>
              </a:rPr>
              <a:t>Methodology &amp; Technology Stack</a:t>
            </a:r>
            <a:endParaRPr lang="en-IN" sz="4000" dirty="0"/>
          </a:p>
        </p:txBody>
      </p:sp>
      <p:sp>
        <p:nvSpPr>
          <p:cNvPr id="12" name="Shape 4">
            <a:extLst>
              <a:ext uri="{FF2B5EF4-FFF2-40B4-BE49-F238E27FC236}">
                <a16:creationId xmlns:a16="http://schemas.microsoft.com/office/drawing/2014/main" id="{E519CAB8-788F-7EAF-B65A-B0775C2A0E1D}"/>
              </a:ext>
            </a:extLst>
          </p:cNvPr>
          <p:cNvSpPr/>
          <p:nvPr/>
        </p:nvSpPr>
        <p:spPr>
          <a:xfrm>
            <a:off x="398830" y="1358851"/>
            <a:ext cx="3560610" cy="351470"/>
          </a:xfrm>
          <a:prstGeom prst="rect">
            <a:avLst/>
          </a:prstGeom>
          <a:solidFill>
            <a:srgbClr val="92D050"/>
          </a:solidFill>
          <a:ln/>
        </p:spPr>
        <p:txBody>
          <a:bodyPr/>
          <a:lstStyle/>
          <a:p>
            <a:r>
              <a:rPr lang="en-US" b="1" dirty="0">
                <a:solidFill>
                  <a:srgbClr val="FFFFFF"/>
                </a:solidFill>
                <a:latin typeface="Calibri" pitchFamily="34" charset="0"/>
                <a:ea typeface="Calibri" pitchFamily="34" charset="-122"/>
                <a:cs typeface="Calibri" pitchFamily="34" charset="-120"/>
              </a:rPr>
              <a:t>Sentiment Classification</a:t>
            </a:r>
            <a:endParaRPr lang="en-US" dirty="0"/>
          </a:p>
          <a:p>
            <a:endParaRPr lang="en-IN" dirty="0"/>
          </a:p>
        </p:txBody>
      </p:sp>
      <p:pic>
        <p:nvPicPr>
          <p:cNvPr id="16" name="Picture 15">
            <a:extLst>
              <a:ext uri="{FF2B5EF4-FFF2-40B4-BE49-F238E27FC236}">
                <a16:creationId xmlns:a16="http://schemas.microsoft.com/office/drawing/2014/main" id="{D5FA57B4-C10D-835F-3B91-CF6A3B1BA9D6}"/>
              </a:ext>
            </a:extLst>
          </p:cNvPr>
          <p:cNvPicPr>
            <a:picLocks noChangeAspect="1"/>
          </p:cNvPicPr>
          <p:nvPr/>
        </p:nvPicPr>
        <p:blipFill>
          <a:blip r:embed="rId3"/>
          <a:stretch>
            <a:fillRect/>
          </a:stretch>
        </p:blipFill>
        <p:spPr>
          <a:xfrm>
            <a:off x="575034" y="1884072"/>
            <a:ext cx="3022822" cy="1768454"/>
          </a:xfrm>
          <a:prstGeom prst="rect">
            <a:avLst/>
          </a:prstGeom>
        </p:spPr>
      </p:pic>
      <p:sp>
        <p:nvSpPr>
          <p:cNvPr id="17" name="Shape 4">
            <a:extLst>
              <a:ext uri="{FF2B5EF4-FFF2-40B4-BE49-F238E27FC236}">
                <a16:creationId xmlns:a16="http://schemas.microsoft.com/office/drawing/2014/main" id="{56976633-EC4C-6685-F666-5E1D093667DA}"/>
              </a:ext>
            </a:extLst>
          </p:cNvPr>
          <p:cNvSpPr/>
          <p:nvPr/>
        </p:nvSpPr>
        <p:spPr>
          <a:xfrm>
            <a:off x="5188154" y="1384781"/>
            <a:ext cx="3627372" cy="331585"/>
          </a:xfrm>
          <a:prstGeom prst="rect">
            <a:avLst/>
          </a:prstGeom>
          <a:solidFill>
            <a:srgbClr val="92D050"/>
          </a:solidFill>
          <a:ln/>
        </p:spPr>
        <p:txBody>
          <a:bodyPr/>
          <a:lstStyle/>
          <a:p>
            <a:r>
              <a:rPr lang="en-US" b="1" dirty="0">
                <a:solidFill>
                  <a:srgbClr val="FFFFFF"/>
                </a:solidFill>
                <a:latin typeface="Calibri" pitchFamily="34" charset="0"/>
                <a:ea typeface="Calibri" pitchFamily="34" charset="-122"/>
                <a:cs typeface="Calibri" pitchFamily="34" charset="-120"/>
              </a:rPr>
              <a:t>Topic Modeling</a:t>
            </a:r>
            <a:endParaRPr lang="en-US" dirty="0"/>
          </a:p>
          <a:p>
            <a:endParaRPr lang="en-IN" dirty="0"/>
          </a:p>
        </p:txBody>
      </p:sp>
      <p:sp>
        <p:nvSpPr>
          <p:cNvPr id="18" name="Rectangle 17">
            <a:extLst>
              <a:ext uri="{FF2B5EF4-FFF2-40B4-BE49-F238E27FC236}">
                <a16:creationId xmlns:a16="http://schemas.microsoft.com/office/drawing/2014/main" id="{4CE6DA00-3D81-9F15-E668-DA390FD69F21}"/>
              </a:ext>
            </a:extLst>
          </p:cNvPr>
          <p:cNvSpPr/>
          <p:nvPr/>
        </p:nvSpPr>
        <p:spPr>
          <a:xfrm>
            <a:off x="5181713" y="1757780"/>
            <a:ext cx="3633813" cy="206849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0" name="Picture 19">
            <a:extLst>
              <a:ext uri="{FF2B5EF4-FFF2-40B4-BE49-F238E27FC236}">
                <a16:creationId xmlns:a16="http://schemas.microsoft.com/office/drawing/2014/main" id="{9CB38678-91EE-FD91-9DCB-BCBEA75BE364}"/>
              </a:ext>
            </a:extLst>
          </p:cNvPr>
          <p:cNvPicPr>
            <a:picLocks noChangeAspect="1"/>
          </p:cNvPicPr>
          <p:nvPr/>
        </p:nvPicPr>
        <p:blipFill>
          <a:blip r:embed="rId4"/>
          <a:stretch>
            <a:fillRect/>
          </a:stretch>
        </p:blipFill>
        <p:spPr>
          <a:xfrm>
            <a:off x="5607426" y="1884072"/>
            <a:ext cx="3033023" cy="1823398"/>
          </a:xfrm>
          <a:prstGeom prst="rect">
            <a:avLst/>
          </a:prstGeom>
        </p:spPr>
      </p:pic>
      <p:pic>
        <p:nvPicPr>
          <p:cNvPr id="22" name="Picture 21">
            <a:extLst>
              <a:ext uri="{FF2B5EF4-FFF2-40B4-BE49-F238E27FC236}">
                <a16:creationId xmlns:a16="http://schemas.microsoft.com/office/drawing/2014/main" id="{82D3BCD3-F5F0-415B-066C-03E5216F929B}"/>
              </a:ext>
            </a:extLst>
          </p:cNvPr>
          <p:cNvPicPr>
            <a:picLocks noChangeAspect="1"/>
          </p:cNvPicPr>
          <p:nvPr/>
        </p:nvPicPr>
        <p:blipFill>
          <a:blip r:embed="rId5"/>
          <a:stretch>
            <a:fillRect/>
          </a:stretch>
        </p:blipFill>
        <p:spPr>
          <a:xfrm>
            <a:off x="5424072" y="1815980"/>
            <a:ext cx="216439" cy="1891490"/>
          </a:xfrm>
          <a:prstGeom prst="rect">
            <a:avLst/>
          </a:prstGeom>
        </p:spPr>
      </p:pic>
      <p:sp>
        <p:nvSpPr>
          <p:cNvPr id="27" name="Shape 4">
            <a:extLst>
              <a:ext uri="{FF2B5EF4-FFF2-40B4-BE49-F238E27FC236}">
                <a16:creationId xmlns:a16="http://schemas.microsoft.com/office/drawing/2014/main" id="{F2E0EC32-57E6-09B5-8F68-3A6842C41535}"/>
              </a:ext>
            </a:extLst>
          </p:cNvPr>
          <p:cNvSpPr/>
          <p:nvPr/>
        </p:nvSpPr>
        <p:spPr>
          <a:xfrm>
            <a:off x="398830" y="3953972"/>
            <a:ext cx="3560610" cy="351470"/>
          </a:xfrm>
          <a:prstGeom prst="rect">
            <a:avLst/>
          </a:prstGeom>
          <a:solidFill>
            <a:srgbClr val="92D050"/>
          </a:solidFill>
          <a:ln/>
        </p:spPr>
        <p:txBody>
          <a:bodyPr/>
          <a:lstStyle/>
          <a:p>
            <a:r>
              <a:rPr lang="en-US" b="1" dirty="0">
                <a:solidFill>
                  <a:srgbClr val="FFFFFF"/>
                </a:solidFill>
                <a:latin typeface="Calibri" pitchFamily="34" charset="0"/>
                <a:ea typeface="Calibri" pitchFamily="34" charset="-122"/>
                <a:cs typeface="Calibri" pitchFamily="34" charset="-120"/>
              </a:rPr>
              <a:t>Feature Engineering</a:t>
            </a:r>
            <a:endParaRPr lang="en-US" dirty="0"/>
          </a:p>
          <a:p>
            <a:endParaRPr lang="en-US" dirty="0"/>
          </a:p>
          <a:p>
            <a:endParaRPr lang="en-IN" dirty="0"/>
          </a:p>
        </p:txBody>
      </p:sp>
      <p:pic>
        <p:nvPicPr>
          <p:cNvPr id="29" name="Picture 28">
            <a:extLst>
              <a:ext uri="{FF2B5EF4-FFF2-40B4-BE49-F238E27FC236}">
                <a16:creationId xmlns:a16="http://schemas.microsoft.com/office/drawing/2014/main" id="{076A62EA-D7B6-68E2-8A1D-E881C42CAA8D}"/>
              </a:ext>
            </a:extLst>
          </p:cNvPr>
          <p:cNvPicPr>
            <a:picLocks noChangeAspect="1"/>
          </p:cNvPicPr>
          <p:nvPr/>
        </p:nvPicPr>
        <p:blipFill>
          <a:blip r:embed="rId6"/>
          <a:stretch>
            <a:fillRect/>
          </a:stretch>
        </p:blipFill>
        <p:spPr>
          <a:xfrm>
            <a:off x="727969" y="4433137"/>
            <a:ext cx="3116280" cy="1719088"/>
          </a:xfrm>
          <a:prstGeom prst="rect">
            <a:avLst/>
          </a:prstGeom>
        </p:spPr>
      </p:pic>
      <p:pic>
        <p:nvPicPr>
          <p:cNvPr id="31" name="Picture 30">
            <a:extLst>
              <a:ext uri="{FF2B5EF4-FFF2-40B4-BE49-F238E27FC236}">
                <a16:creationId xmlns:a16="http://schemas.microsoft.com/office/drawing/2014/main" id="{0CAF5285-2034-4EEC-5C59-29B83A29ED8D}"/>
              </a:ext>
            </a:extLst>
          </p:cNvPr>
          <p:cNvPicPr>
            <a:picLocks noChangeAspect="1"/>
          </p:cNvPicPr>
          <p:nvPr/>
        </p:nvPicPr>
        <p:blipFill>
          <a:blip r:embed="rId5"/>
          <a:stretch>
            <a:fillRect/>
          </a:stretch>
        </p:blipFill>
        <p:spPr>
          <a:xfrm>
            <a:off x="597459" y="4369285"/>
            <a:ext cx="216439" cy="1891490"/>
          </a:xfrm>
          <a:prstGeom prst="rect">
            <a:avLst/>
          </a:prstGeom>
        </p:spPr>
      </p:pic>
      <p:sp>
        <p:nvSpPr>
          <p:cNvPr id="32" name="Shape 4">
            <a:extLst>
              <a:ext uri="{FF2B5EF4-FFF2-40B4-BE49-F238E27FC236}">
                <a16:creationId xmlns:a16="http://schemas.microsoft.com/office/drawing/2014/main" id="{D248F7BA-8128-55C0-C68B-6AD7EC1E130D}"/>
              </a:ext>
            </a:extLst>
          </p:cNvPr>
          <p:cNvSpPr/>
          <p:nvPr/>
        </p:nvSpPr>
        <p:spPr>
          <a:xfrm>
            <a:off x="5172835" y="4034518"/>
            <a:ext cx="3560610" cy="351470"/>
          </a:xfrm>
          <a:prstGeom prst="rect">
            <a:avLst/>
          </a:prstGeom>
          <a:solidFill>
            <a:srgbClr val="92D050"/>
          </a:solidFill>
          <a:ln/>
        </p:spPr>
        <p:txBody>
          <a:bodyPr/>
          <a:lstStyle/>
          <a:p>
            <a:r>
              <a:rPr lang="en-US" b="1">
                <a:solidFill>
                  <a:srgbClr val="FFFFFF"/>
                </a:solidFill>
                <a:latin typeface="Calibri" pitchFamily="34" charset="0"/>
                <a:ea typeface="Calibri" pitchFamily="34" charset="-122"/>
                <a:cs typeface="Calibri" pitchFamily="34" charset="-120"/>
              </a:rPr>
              <a:t>Supporting Tools</a:t>
            </a:r>
            <a:endParaRPr lang="en-US" dirty="0"/>
          </a:p>
        </p:txBody>
      </p:sp>
      <p:sp>
        <p:nvSpPr>
          <p:cNvPr id="33" name="Rectangle 32">
            <a:extLst>
              <a:ext uri="{FF2B5EF4-FFF2-40B4-BE49-F238E27FC236}">
                <a16:creationId xmlns:a16="http://schemas.microsoft.com/office/drawing/2014/main" id="{BF63E77D-DF3E-EB2C-3727-8F682D604759}"/>
              </a:ext>
            </a:extLst>
          </p:cNvPr>
          <p:cNvSpPr/>
          <p:nvPr/>
        </p:nvSpPr>
        <p:spPr>
          <a:xfrm>
            <a:off x="5172835" y="4418842"/>
            <a:ext cx="3560610" cy="206849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0" name="Picture 39">
            <a:extLst>
              <a:ext uri="{FF2B5EF4-FFF2-40B4-BE49-F238E27FC236}">
                <a16:creationId xmlns:a16="http://schemas.microsoft.com/office/drawing/2014/main" id="{3989FFDC-A7EC-9465-EFE5-202EF032DCF7}"/>
              </a:ext>
            </a:extLst>
          </p:cNvPr>
          <p:cNvPicPr>
            <a:picLocks noChangeAspect="1"/>
          </p:cNvPicPr>
          <p:nvPr/>
        </p:nvPicPr>
        <p:blipFill>
          <a:blip r:embed="rId5"/>
          <a:stretch>
            <a:fillRect/>
          </a:stretch>
        </p:blipFill>
        <p:spPr>
          <a:xfrm>
            <a:off x="5325402" y="4583779"/>
            <a:ext cx="197340" cy="1778879"/>
          </a:xfrm>
          <a:prstGeom prst="rect">
            <a:avLst/>
          </a:prstGeom>
        </p:spPr>
      </p:pic>
      <p:pic>
        <p:nvPicPr>
          <p:cNvPr id="42" name="Picture 41">
            <a:extLst>
              <a:ext uri="{FF2B5EF4-FFF2-40B4-BE49-F238E27FC236}">
                <a16:creationId xmlns:a16="http://schemas.microsoft.com/office/drawing/2014/main" id="{F4E811F6-834A-8AF2-8977-DB62C7ABBE5C}"/>
              </a:ext>
            </a:extLst>
          </p:cNvPr>
          <p:cNvPicPr>
            <a:picLocks noChangeAspect="1"/>
          </p:cNvPicPr>
          <p:nvPr/>
        </p:nvPicPr>
        <p:blipFill>
          <a:blip r:embed="rId7"/>
          <a:stretch>
            <a:fillRect/>
          </a:stretch>
        </p:blipFill>
        <p:spPr>
          <a:xfrm>
            <a:off x="5491093" y="4576375"/>
            <a:ext cx="3122463" cy="1753429"/>
          </a:xfrm>
          <a:prstGeom prst="rect">
            <a:avLst/>
          </a:prstGeom>
        </p:spPr>
      </p:pic>
    </p:spTree>
    <p:extLst>
      <p:ext uri="{BB962C8B-B14F-4D97-AF65-F5344CB8AC3E}">
        <p14:creationId xmlns:p14="http://schemas.microsoft.com/office/powerpoint/2010/main" val="948600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AE410E5C-5AF3-E1AE-4EEC-BFE3916DE29D}"/>
              </a:ext>
            </a:extLst>
          </p:cNvPr>
          <p:cNvSpPr/>
          <p:nvPr/>
        </p:nvSpPr>
        <p:spPr>
          <a:xfrm>
            <a:off x="179254" y="206304"/>
            <a:ext cx="9144000" cy="960120"/>
          </a:xfrm>
          <a:prstGeom prst="rect">
            <a:avLst/>
          </a:prstGeom>
          <a:solidFill>
            <a:schemeClr val="accent1">
              <a:lumMod val="40000"/>
              <a:lumOff val="60000"/>
            </a:schemeClr>
          </a:solidFill>
          <a:ln/>
        </p:spPr>
        <p:txBody>
          <a:bodyPr/>
          <a:lstStyle/>
          <a:p>
            <a:r>
              <a:rPr lang="en-IN" sz="4000" b="1" dirty="0">
                <a:latin typeface="Calibri" panose="020F0502020204030204" pitchFamily="34" charset="0"/>
                <a:ea typeface="Calibri" panose="020F0502020204030204" pitchFamily="34" charset="0"/>
                <a:cs typeface="Calibri" panose="020F0502020204030204" pitchFamily="34" charset="0"/>
              </a:rPr>
              <a:t>Project</a:t>
            </a:r>
            <a:r>
              <a:rPr lang="en-IN" sz="4000" b="1" dirty="0"/>
              <a:t> Timeline</a:t>
            </a:r>
          </a:p>
        </p:txBody>
      </p:sp>
      <p:sp>
        <p:nvSpPr>
          <p:cNvPr id="7" name="Shape 17">
            <a:extLst>
              <a:ext uri="{FF2B5EF4-FFF2-40B4-BE49-F238E27FC236}">
                <a16:creationId xmlns:a16="http://schemas.microsoft.com/office/drawing/2014/main" id="{46DD12E4-F3AE-7ED6-55BE-71562F52A935}"/>
              </a:ext>
            </a:extLst>
          </p:cNvPr>
          <p:cNvSpPr/>
          <p:nvPr/>
        </p:nvSpPr>
        <p:spPr>
          <a:xfrm>
            <a:off x="170983" y="2201599"/>
            <a:ext cx="822428" cy="545386"/>
          </a:xfrm>
          <a:prstGeom prst="rect">
            <a:avLst/>
          </a:prstGeom>
          <a:solidFill>
            <a:srgbClr val="1B8A5A"/>
          </a:solidFill>
          <a:ln/>
        </p:spPr>
        <p:txBody>
          <a:bodyPr/>
          <a:lstStyle/>
          <a:p>
            <a:pPr algn="ctr"/>
            <a:endParaRPr lang="en-US" sz="1400" b="1" dirty="0">
              <a:solidFill>
                <a:srgbClr val="FFFFFF"/>
              </a:solidFill>
              <a:latin typeface="Calibri" pitchFamily="34" charset="0"/>
              <a:ea typeface="Calibri" pitchFamily="34" charset="-122"/>
              <a:cs typeface="Calibri" pitchFamily="34" charset="-120"/>
            </a:endParaRPr>
          </a:p>
          <a:p>
            <a:pPr algn="ctr"/>
            <a:r>
              <a:rPr lang="en-US" sz="1400" b="1" dirty="0">
                <a:solidFill>
                  <a:srgbClr val="FFFFFF"/>
                </a:solidFill>
                <a:latin typeface="Calibri" pitchFamily="34" charset="0"/>
                <a:ea typeface="Calibri" pitchFamily="34" charset="-122"/>
                <a:cs typeface="Calibri" pitchFamily="34" charset="-120"/>
              </a:rPr>
              <a:t>W2</a:t>
            </a:r>
            <a:endParaRPr lang="en-US" sz="1400" dirty="0"/>
          </a:p>
        </p:txBody>
      </p:sp>
      <p:sp>
        <p:nvSpPr>
          <p:cNvPr id="9" name="Text 25">
            <a:extLst>
              <a:ext uri="{FF2B5EF4-FFF2-40B4-BE49-F238E27FC236}">
                <a16:creationId xmlns:a16="http://schemas.microsoft.com/office/drawing/2014/main" id="{75EEFAD5-6FEC-E7F0-36C0-5C4694C2D0D0}"/>
              </a:ext>
            </a:extLst>
          </p:cNvPr>
          <p:cNvSpPr/>
          <p:nvPr/>
        </p:nvSpPr>
        <p:spPr>
          <a:xfrm>
            <a:off x="182880" y="2807208"/>
            <a:ext cx="749808" cy="42062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W4–5</a:t>
            </a:r>
            <a:endParaRPr lang="en-US" sz="1000" dirty="0"/>
          </a:p>
        </p:txBody>
      </p:sp>
      <p:sp>
        <p:nvSpPr>
          <p:cNvPr id="12" name="Shape 17">
            <a:extLst>
              <a:ext uri="{FF2B5EF4-FFF2-40B4-BE49-F238E27FC236}">
                <a16:creationId xmlns:a16="http://schemas.microsoft.com/office/drawing/2014/main" id="{6FFC71A7-45C1-3A38-9C6B-8BDE54869D77}"/>
              </a:ext>
            </a:extLst>
          </p:cNvPr>
          <p:cNvSpPr/>
          <p:nvPr/>
        </p:nvSpPr>
        <p:spPr>
          <a:xfrm>
            <a:off x="179255" y="1437812"/>
            <a:ext cx="814156" cy="545387"/>
          </a:xfrm>
          <a:prstGeom prst="rect">
            <a:avLst/>
          </a:prstGeom>
          <a:solidFill>
            <a:srgbClr val="1B8A5A"/>
          </a:solidFill>
          <a:ln/>
        </p:spPr>
        <p:txBody>
          <a:bodyPr/>
          <a:lstStyle/>
          <a:p>
            <a:pPr algn="ctr"/>
            <a:endParaRPr lang="en-US" sz="1400" b="1" dirty="0">
              <a:solidFill>
                <a:srgbClr val="FFFFFF"/>
              </a:solidFill>
              <a:latin typeface="Calibri" pitchFamily="34" charset="0"/>
              <a:ea typeface="Calibri" pitchFamily="34" charset="-122"/>
              <a:cs typeface="Calibri" pitchFamily="34" charset="-120"/>
            </a:endParaRPr>
          </a:p>
          <a:p>
            <a:pPr algn="ctr"/>
            <a:r>
              <a:rPr lang="en-US" sz="1400" b="1" dirty="0">
                <a:solidFill>
                  <a:srgbClr val="FFFFFF"/>
                </a:solidFill>
                <a:latin typeface="Calibri" pitchFamily="34" charset="0"/>
                <a:ea typeface="Calibri" pitchFamily="34" charset="-122"/>
                <a:cs typeface="Calibri" pitchFamily="34" charset="-120"/>
              </a:rPr>
              <a:t>W1</a:t>
            </a:r>
            <a:endParaRPr lang="en-US" sz="1400" dirty="0"/>
          </a:p>
        </p:txBody>
      </p:sp>
      <p:sp>
        <p:nvSpPr>
          <p:cNvPr id="13" name="Shape 17">
            <a:extLst>
              <a:ext uri="{FF2B5EF4-FFF2-40B4-BE49-F238E27FC236}">
                <a16:creationId xmlns:a16="http://schemas.microsoft.com/office/drawing/2014/main" id="{19EC33A1-E19A-2C84-0706-207D227A03D7}"/>
              </a:ext>
            </a:extLst>
          </p:cNvPr>
          <p:cNvSpPr/>
          <p:nvPr/>
        </p:nvSpPr>
        <p:spPr>
          <a:xfrm>
            <a:off x="179252" y="2911779"/>
            <a:ext cx="797750" cy="578800"/>
          </a:xfrm>
          <a:prstGeom prst="rect">
            <a:avLst/>
          </a:prstGeom>
          <a:solidFill>
            <a:srgbClr val="1B8A5A"/>
          </a:solidFill>
          <a:ln/>
        </p:spPr>
        <p:txBody>
          <a:bodyPr/>
          <a:lstStyle/>
          <a:p>
            <a:pPr algn="ctr"/>
            <a:endParaRPr lang="en-US" sz="1400" b="1" dirty="0">
              <a:solidFill>
                <a:srgbClr val="FFFFFF"/>
              </a:solidFill>
              <a:latin typeface="Calibri" pitchFamily="34" charset="0"/>
              <a:ea typeface="Calibri" pitchFamily="34" charset="-122"/>
              <a:cs typeface="Calibri" pitchFamily="34" charset="-120"/>
            </a:endParaRPr>
          </a:p>
          <a:p>
            <a:pPr algn="ctr"/>
            <a:r>
              <a:rPr lang="en-US" sz="1400" b="1" dirty="0">
                <a:solidFill>
                  <a:srgbClr val="FFFFFF"/>
                </a:solidFill>
                <a:latin typeface="Calibri" pitchFamily="34" charset="0"/>
                <a:ea typeface="Calibri" pitchFamily="34" charset="-122"/>
                <a:cs typeface="Calibri" pitchFamily="34" charset="-120"/>
              </a:rPr>
              <a:t>W3</a:t>
            </a:r>
            <a:endParaRPr lang="en-US" sz="1400" dirty="0"/>
          </a:p>
        </p:txBody>
      </p:sp>
      <p:sp>
        <p:nvSpPr>
          <p:cNvPr id="14" name="Shape 17">
            <a:extLst>
              <a:ext uri="{FF2B5EF4-FFF2-40B4-BE49-F238E27FC236}">
                <a16:creationId xmlns:a16="http://schemas.microsoft.com/office/drawing/2014/main" id="{7C966EB5-7E68-3F94-92F3-271F7F4FB7CB}"/>
              </a:ext>
            </a:extLst>
          </p:cNvPr>
          <p:cNvSpPr/>
          <p:nvPr/>
        </p:nvSpPr>
        <p:spPr>
          <a:xfrm>
            <a:off x="170982" y="3655373"/>
            <a:ext cx="797749" cy="608942"/>
          </a:xfrm>
          <a:prstGeom prst="rect">
            <a:avLst/>
          </a:prstGeom>
          <a:solidFill>
            <a:srgbClr val="1B8A5A"/>
          </a:solidFill>
          <a:ln/>
        </p:spPr>
        <p:txBody>
          <a:bodyPr/>
          <a:lstStyle/>
          <a:p>
            <a:pPr algn="ctr"/>
            <a:endParaRPr lang="en-US" sz="1400" b="1" dirty="0">
              <a:solidFill>
                <a:srgbClr val="FFFFFF"/>
              </a:solidFill>
              <a:latin typeface="Calibri" pitchFamily="34" charset="0"/>
              <a:ea typeface="Calibri" pitchFamily="34" charset="-122"/>
              <a:cs typeface="Calibri" pitchFamily="34" charset="-120"/>
            </a:endParaRPr>
          </a:p>
          <a:p>
            <a:pPr algn="ctr"/>
            <a:r>
              <a:rPr lang="en-US" sz="1400" b="1" dirty="0">
                <a:solidFill>
                  <a:srgbClr val="FFFFFF"/>
                </a:solidFill>
                <a:latin typeface="Calibri" pitchFamily="34" charset="0"/>
                <a:ea typeface="Calibri" pitchFamily="34" charset="-122"/>
                <a:cs typeface="Calibri" pitchFamily="34" charset="-120"/>
              </a:rPr>
              <a:t>W4</a:t>
            </a:r>
            <a:endParaRPr lang="en-US" sz="1400" dirty="0"/>
          </a:p>
        </p:txBody>
      </p:sp>
      <p:sp>
        <p:nvSpPr>
          <p:cNvPr id="15" name="Shape 17">
            <a:extLst>
              <a:ext uri="{FF2B5EF4-FFF2-40B4-BE49-F238E27FC236}">
                <a16:creationId xmlns:a16="http://schemas.microsoft.com/office/drawing/2014/main" id="{1DB1C4D7-3549-479C-39EF-70F4642D2976}"/>
              </a:ext>
            </a:extLst>
          </p:cNvPr>
          <p:cNvSpPr/>
          <p:nvPr/>
        </p:nvSpPr>
        <p:spPr>
          <a:xfrm>
            <a:off x="179253" y="4358943"/>
            <a:ext cx="789478" cy="545387"/>
          </a:xfrm>
          <a:prstGeom prst="rect">
            <a:avLst/>
          </a:prstGeom>
          <a:solidFill>
            <a:srgbClr val="1B8A5A"/>
          </a:solidFill>
          <a:ln/>
        </p:spPr>
        <p:txBody>
          <a:bodyPr/>
          <a:lstStyle/>
          <a:p>
            <a:pPr algn="ctr"/>
            <a:endParaRPr lang="en-US" sz="1400" b="1" dirty="0">
              <a:solidFill>
                <a:srgbClr val="FFFFFF"/>
              </a:solidFill>
              <a:latin typeface="Calibri" pitchFamily="34" charset="0"/>
              <a:ea typeface="Calibri" pitchFamily="34" charset="-122"/>
              <a:cs typeface="Calibri" pitchFamily="34" charset="-120"/>
            </a:endParaRPr>
          </a:p>
          <a:p>
            <a:pPr algn="ctr"/>
            <a:r>
              <a:rPr lang="en-US" sz="1400" b="1" dirty="0">
                <a:solidFill>
                  <a:srgbClr val="FFFFFF"/>
                </a:solidFill>
                <a:latin typeface="Calibri" pitchFamily="34" charset="0"/>
                <a:ea typeface="Calibri" pitchFamily="34" charset="-122"/>
                <a:cs typeface="Calibri" pitchFamily="34" charset="-120"/>
              </a:rPr>
              <a:t>W5</a:t>
            </a:r>
            <a:endParaRPr lang="en-US" sz="1400" dirty="0"/>
          </a:p>
        </p:txBody>
      </p:sp>
      <p:sp>
        <p:nvSpPr>
          <p:cNvPr id="16" name="Shape 17">
            <a:extLst>
              <a:ext uri="{FF2B5EF4-FFF2-40B4-BE49-F238E27FC236}">
                <a16:creationId xmlns:a16="http://schemas.microsoft.com/office/drawing/2014/main" id="{53708EEF-F5BC-9615-F9A1-8B44E04722F0}"/>
              </a:ext>
            </a:extLst>
          </p:cNvPr>
          <p:cNvSpPr/>
          <p:nvPr/>
        </p:nvSpPr>
        <p:spPr>
          <a:xfrm>
            <a:off x="179252" y="5071464"/>
            <a:ext cx="797749" cy="545388"/>
          </a:xfrm>
          <a:prstGeom prst="rect">
            <a:avLst/>
          </a:prstGeom>
          <a:solidFill>
            <a:srgbClr val="1B8A5A"/>
          </a:solidFill>
          <a:ln/>
        </p:spPr>
        <p:txBody>
          <a:bodyPr/>
          <a:lstStyle/>
          <a:p>
            <a:pPr algn="ctr"/>
            <a:endParaRPr lang="en-US" sz="1400" b="1" dirty="0">
              <a:solidFill>
                <a:srgbClr val="FFFFFF"/>
              </a:solidFill>
              <a:latin typeface="Calibri" pitchFamily="34" charset="0"/>
              <a:ea typeface="Calibri" pitchFamily="34" charset="-122"/>
              <a:cs typeface="Calibri" pitchFamily="34" charset="-120"/>
            </a:endParaRPr>
          </a:p>
          <a:p>
            <a:pPr algn="ctr"/>
            <a:r>
              <a:rPr lang="en-US" sz="1400" b="1" dirty="0">
                <a:solidFill>
                  <a:srgbClr val="FFFFFF"/>
                </a:solidFill>
                <a:latin typeface="Calibri" pitchFamily="34" charset="0"/>
                <a:ea typeface="Calibri" pitchFamily="34" charset="-122"/>
                <a:cs typeface="Calibri" pitchFamily="34" charset="-120"/>
              </a:rPr>
              <a:t>W6</a:t>
            </a:r>
            <a:endParaRPr lang="en-US" sz="1400" dirty="0"/>
          </a:p>
        </p:txBody>
      </p:sp>
      <p:sp>
        <p:nvSpPr>
          <p:cNvPr id="17" name="Shape 17">
            <a:extLst>
              <a:ext uri="{FF2B5EF4-FFF2-40B4-BE49-F238E27FC236}">
                <a16:creationId xmlns:a16="http://schemas.microsoft.com/office/drawing/2014/main" id="{2614FF74-D457-621A-5583-0D1EBFD1A6DB}"/>
              </a:ext>
            </a:extLst>
          </p:cNvPr>
          <p:cNvSpPr/>
          <p:nvPr/>
        </p:nvSpPr>
        <p:spPr>
          <a:xfrm>
            <a:off x="179252" y="5747910"/>
            <a:ext cx="797750" cy="545387"/>
          </a:xfrm>
          <a:prstGeom prst="rect">
            <a:avLst/>
          </a:prstGeom>
          <a:solidFill>
            <a:srgbClr val="1B8A5A"/>
          </a:solidFill>
          <a:ln/>
        </p:spPr>
        <p:txBody>
          <a:bodyPr/>
          <a:lstStyle/>
          <a:p>
            <a:pPr algn="ctr"/>
            <a:endParaRPr lang="en-US" sz="1400" b="1" dirty="0">
              <a:solidFill>
                <a:srgbClr val="FFFFFF"/>
              </a:solidFill>
              <a:latin typeface="Calibri" pitchFamily="34" charset="0"/>
              <a:ea typeface="Calibri" pitchFamily="34" charset="-122"/>
              <a:cs typeface="Calibri" pitchFamily="34" charset="-120"/>
            </a:endParaRPr>
          </a:p>
          <a:p>
            <a:pPr algn="ctr"/>
            <a:r>
              <a:rPr lang="en-US" sz="1400" b="1" dirty="0">
                <a:solidFill>
                  <a:srgbClr val="FFFFFF"/>
                </a:solidFill>
                <a:latin typeface="Calibri" pitchFamily="34" charset="0"/>
                <a:ea typeface="Calibri" pitchFamily="34" charset="-122"/>
                <a:cs typeface="Calibri" pitchFamily="34" charset="-120"/>
              </a:rPr>
              <a:t>W7</a:t>
            </a:r>
            <a:endParaRPr lang="en-US" sz="1400" dirty="0"/>
          </a:p>
        </p:txBody>
      </p:sp>
      <p:sp>
        <p:nvSpPr>
          <p:cNvPr id="18" name="Shape 5">
            <a:extLst>
              <a:ext uri="{FF2B5EF4-FFF2-40B4-BE49-F238E27FC236}">
                <a16:creationId xmlns:a16="http://schemas.microsoft.com/office/drawing/2014/main" id="{7D0E0ABE-47FB-4181-585D-26335125CF95}"/>
              </a:ext>
            </a:extLst>
          </p:cNvPr>
          <p:cNvSpPr/>
          <p:nvPr/>
        </p:nvSpPr>
        <p:spPr>
          <a:xfrm>
            <a:off x="1049555" y="1437812"/>
            <a:ext cx="1719072" cy="545386"/>
          </a:xfrm>
          <a:prstGeom prst="rect">
            <a:avLst/>
          </a:prstGeom>
          <a:solidFill>
            <a:schemeClr val="accent1">
              <a:lumMod val="20000"/>
              <a:lumOff val="80000"/>
            </a:schemeClr>
          </a:solidFill>
          <a:ln w="12700">
            <a:solidFill>
              <a:srgbClr val="C5DEF5"/>
            </a:solidFill>
            <a:prstDash val="solid"/>
          </a:ln>
        </p:spPr>
        <p:txBody>
          <a:bodyPr/>
          <a:lstStyle/>
          <a:p>
            <a:pPr algn="ctr"/>
            <a:r>
              <a:rPr lang="en-US" sz="1600" dirty="0">
                <a:solidFill>
                  <a:srgbClr val="334E68"/>
                </a:solidFill>
                <a:latin typeface="Calibri" pitchFamily="34" charset="0"/>
                <a:ea typeface="Calibri" pitchFamily="34" charset="-122"/>
                <a:cs typeface="Calibri" pitchFamily="34" charset="-120"/>
              </a:rPr>
              <a:t>May 25 – June 07</a:t>
            </a:r>
            <a:endParaRPr lang="en-US" sz="1600" dirty="0"/>
          </a:p>
        </p:txBody>
      </p:sp>
      <p:sp>
        <p:nvSpPr>
          <p:cNvPr id="22" name="Shape 7">
            <a:extLst>
              <a:ext uri="{FF2B5EF4-FFF2-40B4-BE49-F238E27FC236}">
                <a16:creationId xmlns:a16="http://schemas.microsoft.com/office/drawing/2014/main" id="{A9D00EE8-4DE5-97FD-B40B-8CC62AD20775}"/>
              </a:ext>
            </a:extLst>
          </p:cNvPr>
          <p:cNvSpPr/>
          <p:nvPr/>
        </p:nvSpPr>
        <p:spPr>
          <a:xfrm>
            <a:off x="2824772" y="1437812"/>
            <a:ext cx="6017387" cy="545386"/>
          </a:xfrm>
          <a:prstGeom prst="rect">
            <a:avLst/>
          </a:prstGeom>
          <a:solidFill>
            <a:srgbClr val="E2EDF8"/>
          </a:solidFill>
          <a:ln/>
        </p:spPr>
        <p:txBody>
          <a:bodyPr/>
          <a:lstStyle/>
          <a:p>
            <a:endParaRPr lang="en-IN"/>
          </a:p>
        </p:txBody>
      </p:sp>
      <p:sp>
        <p:nvSpPr>
          <p:cNvPr id="24" name="Shape 8">
            <a:extLst>
              <a:ext uri="{FF2B5EF4-FFF2-40B4-BE49-F238E27FC236}">
                <a16:creationId xmlns:a16="http://schemas.microsoft.com/office/drawing/2014/main" id="{11A3D445-4D54-E3ED-3D81-3867BFBF3B09}"/>
              </a:ext>
            </a:extLst>
          </p:cNvPr>
          <p:cNvSpPr/>
          <p:nvPr/>
        </p:nvSpPr>
        <p:spPr>
          <a:xfrm>
            <a:off x="2824773" y="1437812"/>
            <a:ext cx="1933658" cy="545386"/>
          </a:xfrm>
          <a:prstGeom prst="rect">
            <a:avLst/>
          </a:prstGeom>
          <a:solidFill>
            <a:schemeClr val="accent1">
              <a:lumMod val="40000"/>
              <a:lumOff val="60000"/>
            </a:schemeClr>
          </a:solidFill>
          <a:ln/>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Literature</a:t>
            </a:r>
            <a:r>
              <a:rPr lang="en-IN" dirty="0"/>
              <a:t> Review</a:t>
            </a:r>
          </a:p>
        </p:txBody>
      </p:sp>
      <p:sp>
        <p:nvSpPr>
          <p:cNvPr id="26" name="Shape 5">
            <a:extLst>
              <a:ext uri="{FF2B5EF4-FFF2-40B4-BE49-F238E27FC236}">
                <a16:creationId xmlns:a16="http://schemas.microsoft.com/office/drawing/2014/main" id="{8246E721-A675-A569-6F6E-1C66DFF529C5}"/>
              </a:ext>
            </a:extLst>
          </p:cNvPr>
          <p:cNvSpPr/>
          <p:nvPr/>
        </p:nvSpPr>
        <p:spPr>
          <a:xfrm>
            <a:off x="1021316" y="2201598"/>
            <a:ext cx="1747311" cy="545387"/>
          </a:xfrm>
          <a:prstGeom prst="rect">
            <a:avLst/>
          </a:prstGeom>
          <a:solidFill>
            <a:schemeClr val="accent1">
              <a:lumMod val="20000"/>
              <a:lumOff val="80000"/>
            </a:schemeClr>
          </a:solidFill>
          <a:ln w="12700">
            <a:solidFill>
              <a:srgbClr val="C5DEF5"/>
            </a:solidFill>
            <a:prstDash val="solid"/>
          </a:ln>
        </p:spPr>
        <p:txBody>
          <a:bodyPr/>
          <a:lstStyle/>
          <a:p>
            <a:pPr algn="ctr"/>
            <a:r>
              <a:rPr lang="en-US" dirty="0">
                <a:solidFill>
                  <a:srgbClr val="334E68"/>
                </a:solidFill>
                <a:latin typeface="Calibri" pitchFamily="34" charset="0"/>
                <a:ea typeface="Calibri" pitchFamily="34" charset="-122"/>
                <a:cs typeface="Calibri" pitchFamily="34" charset="-120"/>
              </a:rPr>
              <a:t>Jun 01– Jun 14</a:t>
            </a:r>
            <a:endParaRPr lang="en-US" dirty="0"/>
          </a:p>
        </p:txBody>
      </p:sp>
      <p:sp>
        <p:nvSpPr>
          <p:cNvPr id="27" name="Shape 7">
            <a:extLst>
              <a:ext uri="{FF2B5EF4-FFF2-40B4-BE49-F238E27FC236}">
                <a16:creationId xmlns:a16="http://schemas.microsoft.com/office/drawing/2014/main" id="{0000ECC3-862E-BE06-4216-AF479AB41DE2}"/>
              </a:ext>
            </a:extLst>
          </p:cNvPr>
          <p:cNvSpPr/>
          <p:nvPr/>
        </p:nvSpPr>
        <p:spPr>
          <a:xfrm>
            <a:off x="2841180" y="2155128"/>
            <a:ext cx="6017387" cy="545386"/>
          </a:xfrm>
          <a:prstGeom prst="rect">
            <a:avLst/>
          </a:prstGeom>
          <a:solidFill>
            <a:srgbClr val="E2EDF8"/>
          </a:solidFill>
          <a:ln/>
        </p:spPr>
        <p:txBody>
          <a:bodyPr/>
          <a:lstStyle/>
          <a:p>
            <a:endParaRPr lang="en-IN"/>
          </a:p>
        </p:txBody>
      </p:sp>
      <p:sp>
        <p:nvSpPr>
          <p:cNvPr id="28" name="Shape 8">
            <a:extLst>
              <a:ext uri="{FF2B5EF4-FFF2-40B4-BE49-F238E27FC236}">
                <a16:creationId xmlns:a16="http://schemas.microsoft.com/office/drawing/2014/main" id="{F59B8D95-CA57-F5FA-5F94-725A672D0F75}"/>
              </a:ext>
            </a:extLst>
          </p:cNvPr>
          <p:cNvSpPr/>
          <p:nvPr/>
        </p:nvSpPr>
        <p:spPr>
          <a:xfrm>
            <a:off x="2841180" y="2155128"/>
            <a:ext cx="2414402" cy="545386"/>
          </a:xfrm>
          <a:prstGeom prst="rect">
            <a:avLst/>
          </a:prstGeom>
          <a:solidFill>
            <a:schemeClr val="accent1">
              <a:lumMod val="40000"/>
              <a:lumOff val="60000"/>
            </a:schemeClr>
          </a:solidFill>
          <a:ln/>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Data</a:t>
            </a:r>
            <a:r>
              <a:rPr lang="en-IN" dirty="0"/>
              <a:t> Download &amp; EDA</a:t>
            </a:r>
          </a:p>
        </p:txBody>
      </p:sp>
      <p:sp>
        <p:nvSpPr>
          <p:cNvPr id="30" name="Shape 5">
            <a:extLst>
              <a:ext uri="{FF2B5EF4-FFF2-40B4-BE49-F238E27FC236}">
                <a16:creationId xmlns:a16="http://schemas.microsoft.com/office/drawing/2014/main" id="{59FE5502-5ED3-D996-7D2C-1B5B7CA58FBD}"/>
              </a:ext>
            </a:extLst>
          </p:cNvPr>
          <p:cNvSpPr/>
          <p:nvPr/>
        </p:nvSpPr>
        <p:spPr>
          <a:xfrm>
            <a:off x="1007362" y="2911779"/>
            <a:ext cx="1747311" cy="545387"/>
          </a:xfrm>
          <a:prstGeom prst="rect">
            <a:avLst/>
          </a:prstGeom>
          <a:solidFill>
            <a:schemeClr val="accent1">
              <a:lumMod val="20000"/>
              <a:lumOff val="80000"/>
            </a:schemeClr>
          </a:solidFill>
          <a:ln w="12700">
            <a:solidFill>
              <a:srgbClr val="C5DEF5"/>
            </a:solidFill>
            <a:prstDash val="solid"/>
          </a:ln>
        </p:spPr>
        <p:txBody>
          <a:bodyPr/>
          <a:lstStyle/>
          <a:p>
            <a:pPr algn="ctr"/>
            <a:r>
              <a:rPr lang="en-US" dirty="0">
                <a:solidFill>
                  <a:srgbClr val="334E68"/>
                </a:solidFill>
                <a:latin typeface="Calibri" pitchFamily="34" charset="0"/>
                <a:ea typeface="Calibri" pitchFamily="34" charset="-122"/>
                <a:cs typeface="Calibri" pitchFamily="34" charset="-120"/>
              </a:rPr>
              <a:t>Jun 08– Jun 21</a:t>
            </a:r>
            <a:endParaRPr lang="en-US" dirty="0"/>
          </a:p>
        </p:txBody>
      </p:sp>
      <p:sp>
        <p:nvSpPr>
          <p:cNvPr id="31" name="Shape 7">
            <a:extLst>
              <a:ext uri="{FF2B5EF4-FFF2-40B4-BE49-F238E27FC236}">
                <a16:creationId xmlns:a16="http://schemas.microsoft.com/office/drawing/2014/main" id="{BE4F4F4C-1B9E-A778-3576-29BD29695E2C}"/>
              </a:ext>
            </a:extLst>
          </p:cNvPr>
          <p:cNvSpPr/>
          <p:nvPr/>
        </p:nvSpPr>
        <p:spPr>
          <a:xfrm>
            <a:off x="2798165" y="2926702"/>
            <a:ext cx="6017387" cy="545386"/>
          </a:xfrm>
          <a:prstGeom prst="rect">
            <a:avLst/>
          </a:prstGeom>
          <a:solidFill>
            <a:srgbClr val="E2EDF8"/>
          </a:solidFill>
          <a:ln/>
        </p:spPr>
        <p:txBody>
          <a:bodyPr/>
          <a:lstStyle/>
          <a:p>
            <a:endParaRPr lang="en-IN"/>
          </a:p>
        </p:txBody>
      </p:sp>
      <p:sp>
        <p:nvSpPr>
          <p:cNvPr id="33" name="Shape 8">
            <a:extLst>
              <a:ext uri="{FF2B5EF4-FFF2-40B4-BE49-F238E27FC236}">
                <a16:creationId xmlns:a16="http://schemas.microsoft.com/office/drawing/2014/main" id="{02303A76-4EC7-2870-E72B-21E4A23B767C}"/>
              </a:ext>
            </a:extLst>
          </p:cNvPr>
          <p:cNvSpPr/>
          <p:nvPr/>
        </p:nvSpPr>
        <p:spPr>
          <a:xfrm>
            <a:off x="2824772" y="2945193"/>
            <a:ext cx="2785915" cy="545386"/>
          </a:xfrm>
          <a:prstGeom prst="rect">
            <a:avLst/>
          </a:prstGeom>
          <a:solidFill>
            <a:schemeClr val="accent1">
              <a:lumMod val="40000"/>
              <a:lumOff val="60000"/>
            </a:schemeClr>
          </a:solidFill>
          <a:ln/>
        </p:spPr>
        <p:txBody>
          <a:bodyPr/>
          <a:lstStyle/>
          <a:p>
            <a:r>
              <a:rPr lang="en-IN" dirty="0"/>
              <a:t>Data </a:t>
            </a:r>
            <a:r>
              <a:rPr lang="en-IN" dirty="0">
                <a:latin typeface="Calibri" panose="020F0502020204030204" pitchFamily="34" charset="0"/>
                <a:ea typeface="Calibri" panose="020F0502020204030204" pitchFamily="34" charset="0"/>
                <a:cs typeface="Calibri" panose="020F0502020204030204" pitchFamily="34" charset="0"/>
              </a:rPr>
              <a:t>Preprocessing</a:t>
            </a:r>
          </a:p>
        </p:txBody>
      </p:sp>
      <p:sp>
        <p:nvSpPr>
          <p:cNvPr id="35" name="Shape 5">
            <a:extLst>
              <a:ext uri="{FF2B5EF4-FFF2-40B4-BE49-F238E27FC236}">
                <a16:creationId xmlns:a16="http://schemas.microsoft.com/office/drawing/2014/main" id="{0F3F374F-F042-0E2E-D1D5-909EB358A5C7}"/>
              </a:ext>
            </a:extLst>
          </p:cNvPr>
          <p:cNvSpPr/>
          <p:nvPr/>
        </p:nvSpPr>
        <p:spPr>
          <a:xfrm>
            <a:off x="1014891" y="3683274"/>
            <a:ext cx="1747311" cy="545387"/>
          </a:xfrm>
          <a:prstGeom prst="rect">
            <a:avLst/>
          </a:prstGeom>
          <a:solidFill>
            <a:schemeClr val="accent1">
              <a:lumMod val="20000"/>
              <a:lumOff val="80000"/>
            </a:schemeClr>
          </a:solidFill>
          <a:ln w="12700">
            <a:solidFill>
              <a:srgbClr val="C5DEF5"/>
            </a:solidFill>
            <a:prstDash val="solid"/>
          </a:ln>
        </p:spPr>
        <p:txBody>
          <a:bodyPr/>
          <a:lstStyle/>
          <a:p>
            <a:pPr algn="ctr"/>
            <a:r>
              <a:rPr lang="en-US" dirty="0">
                <a:solidFill>
                  <a:srgbClr val="334E68"/>
                </a:solidFill>
                <a:latin typeface="Calibri" pitchFamily="34" charset="0"/>
                <a:ea typeface="Calibri" pitchFamily="34" charset="-122"/>
                <a:cs typeface="Calibri" pitchFamily="34" charset="-120"/>
              </a:rPr>
              <a:t>Jun 15– Jun 28</a:t>
            </a:r>
            <a:endParaRPr lang="en-US" dirty="0"/>
          </a:p>
        </p:txBody>
      </p:sp>
      <p:sp>
        <p:nvSpPr>
          <p:cNvPr id="36" name="Shape 7">
            <a:extLst>
              <a:ext uri="{FF2B5EF4-FFF2-40B4-BE49-F238E27FC236}">
                <a16:creationId xmlns:a16="http://schemas.microsoft.com/office/drawing/2014/main" id="{C9EB0492-3C9E-9C9E-B634-F68205B969A0}"/>
              </a:ext>
            </a:extLst>
          </p:cNvPr>
          <p:cNvSpPr/>
          <p:nvPr/>
        </p:nvSpPr>
        <p:spPr>
          <a:xfrm>
            <a:off x="2778610" y="3666816"/>
            <a:ext cx="6017387" cy="545386"/>
          </a:xfrm>
          <a:prstGeom prst="rect">
            <a:avLst/>
          </a:prstGeom>
          <a:solidFill>
            <a:srgbClr val="E2EDF8"/>
          </a:solidFill>
          <a:ln/>
        </p:spPr>
        <p:txBody>
          <a:bodyPr/>
          <a:lstStyle/>
          <a:p>
            <a:endParaRPr lang="en-IN" dirty="0"/>
          </a:p>
        </p:txBody>
      </p:sp>
      <p:sp>
        <p:nvSpPr>
          <p:cNvPr id="37" name="Shape 7">
            <a:extLst>
              <a:ext uri="{FF2B5EF4-FFF2-40B4-BE49-F238E27FC236}">
                <a16:creationId xmlns:a16="http://schemas.microsoft.com/office/drawing/2014/main" id="{C26E5246-BC04-5E46-21EF-EDA4DBB45632}"/>
              </a:ext>
            </a:extLst>
          </p:cNvPr>
          <p:cNvSpPr/>
          <p:nvPr/>
        </p:nvSpPr>
        <p:spPr>
          <a:xfrm>
            <a:off x="2841180" y="4462523"/>
            <a:ext cx="6017387" cy="545386"/>
          </a:xfrm>
          <a:prstGeom prst="rect">
            <a:avLst/>
          </a:prstGeom>
          <a:solidFill>
            <a:srgbClr val="E2EDF8"/>
          </a:solidFill>
          <a:ln/>
        </p:spPr>
        <p:txBody>
          <a:bodyPr/>
          <a:lstStyle/>
          <a:p>
            <a:endParaRPr lang="en-IN" dirty="0"/>
          </a:p>
        </p:txBody>
      </p:sp>
      <p:sp>
        <p:nvSpPr>
          <p:cNvPr id="38" name="Shape 8">
            <a:extLst>
              <a:ext uri="{FF2B5EF4-FFF2-40B4-BE49-F238E27FC236}">
                <a16:creationId xmlns:a16="http://schemas.microsoft.com/office/drawing/2014/main" id="{1520754A-1829-F0FC-DA39-F67A3446A058}"/>
              </a:ext>
            </a:extLst>
          </p:cNvPr>
          <p:cNvSpPr/>
          <p:nvPr/>
        </p:nvSpPr>
        <p:spPr>
          <a:xfrm>
            <a:off x="2808362" y="3689296"/>
            <a:ext cx="3254822" cy="545386"/>
          </a:xfrm>
          <a:prstGeom prst="rect">
            <a:avLst/>
          </a:prstGeom>
          <a:solidFill>
            <a:schemeClr val="accent1">
              <a:lumMod val="40000"/>
              <a:lumOff val="60000"/>
            </a:schemeClr>
          </a:solidFill>
          <a:ln/>
        </p:spPr>
        <p:txBody>
          <a:bodyPr/>
          <a:lstStyle/>
          <a:p>
            <a:r>
              <a:rPr lang="en-IN" dirty="0"/>
              <a:t>Feature </a:t>
            </a:r>
            <a:r>
              <a:rPr lang="en-IN" dirty="0">
                <a:latin typeface="Calibri" panose="020F0502020204030204" pitchFamily="34" charset="0"/>
                <a:ea typeface="Calibri" panose="020F0502020204030204" pitchFamily="34" charset="0"/>
                <a:cs typeface="Calibri" panose="020F0502020204030204" pitchFamily="34" charset="0"/>
              </a:rPr>
              <a:t>Engineering</a:t>
            </a:r>
          </a:p>
        </p:txBody>
      </p:sp>
      <p:sp>
        <p:nvSpPr>
          <p:cNvPr id="39" name="Shape 5">
            <a:extLst>
              <a:ext uri="{FF2B5EF4-FFF2-40B4-BE49-F238E27FC236}">
                <a16:creationId xmlns:a16="http://schemas.microsoft.com/office/drawing/2014/main" id="{F5EA944E-8A22-D60F-CFA6-D4A9B4F122F8}"/>
              </a:ext>
            </a:extLst>
          </p:cNvPr>
          <p:cNvSpPr/>
          <p:nvPr/>
        </p:nvSpPr>
        <p:spPr>
          <a:xfrm>
            <a:off x="1007361" y="4362278"/>
            <a:ext cx="1747311" cy="545387"/>
          </a:xfrm>
          <a:prstGeom prst="rect">
            <a:avLst/>
          </a:prstGeom>
          <a:solidFill>
            <a:schemeClr val="accent1">
              <a:lumMod val="20000"/>
              <a:lumOff val="80000"/>
            </a:schemeClr>
          </a:solidFill>
          <a:ln w="12700">
            <a:solidFill>
              <a:srgbClr val="C5DEF5"/>
            </a:solidFill>
            <a:prstDash val="solid"/>
          </a:ln>
        </p:spPr>
        <p:txBody>
          <a:bodyPr/>
          <a:lstStyle/>
          <a:p>
            <a:pPr algn="ctr"/>
            <a:r>
              <a:rPr lang="en-US" dirty="0">
                <a:solidFill>
                  <a:srgbClr val="334E68"/>
                </a:solidFill>
                <a:latin typeface="Calibri" pitchFamily="34" charset="0"/>
                <a:ea typeface="Calibri" pitchFamily="34" charset="-122"/>
                <a:cs typeface="Calibri" pitchFamily="34" charset="-120"/>
              </a:rPr>
              <a:t>Jun 22– Jul 05</a:t>
            </a:r>
            <a:endParaRPr lang="en-US" dirty="0"/>
          </a:p>
        </p:txBody>
      </p:sp>
      <p:sp>
        <p:nvSpPr>
          <p:cNvPr id="41" name="Shape 8">
            <a:extLst>
              <a:ext uri="{FF2B5EF4-FFF2-40B4-BE49-F238E27FC236}">
                <a16:creationId xmlns:a16="http://schemas.microsoft.com/office/drawing/2014/main" id="{A96A12FC-1B6E-ABB7-E8E7-3CB0DA3892B6}"/>
              </a:ext>
            </a:extLst>
          </p:cNvPr>
          <p:cNvSpPr/>
          <p:nvPr/>
        </p:nvSpPr>
        <p:spPr>
          <a:xfrm>
            <a:off x="2814641" y="4440043"/>
            <a:ext cx="4145451" cy="545386"/>
          </a:xfrm>
          <a:prstGeom prst="rect">
            <a:avLst/>
          </a:prstGeom>
          <a:solidFill>
            <a:schemeClr val="accent1">
              <a:lumMod val="40000"/>
              <a:lumOff val="60000"/>
            </a:schemeClr>
          </a:solidFill>
          <a:ln/>
        </p:spPr>
        <p:txBody>
          <a:bodyPr/>
          <a:lstStyle/>
          <a:p>
            <a:r>
              <a:rPr lang="en-IN" dirty="0"/>
              <a:t>Model </a:t>
            </a:r>
            <a:r>
              <a:rPr lang="en-IN" dirty="0">
                <a:latin typeface="Calibri" panose="020F0502020204030204" pitchFamily="34" charset="0"/>
                <a:ea typeface="Calibri" panose="020F0502020204030204" pitchFamily="34" charset="0"/>
                <a:cs typeface="Calibri" panose="020F0502020204030204" pitchFamily="34" charset="0"/>
              </a:rPr>
              <a:t>Development</a:t>
            </a:r>
          </a:p>
        </p:txBody>
      </p:sp>
      <p:sp>
        <p:nvSpPr>
          <p:cNvPr id="44" name="Shape 5">
            <a:extLst>
              <a:ext uri="{FF2B5EF4-FFF2-40B4-BE49-F238E27FC236}">
                <a16:creationId xmlns:a16="http://schemas.microsoft.com/office/drawing/2014/main" id="{10ADE85A-AF8E-2914-C34B-E3DED676BBC2}"/>
              </a:ext>
            </a:extLst>
          </p:cNvPr>
          <p:cNvSpPr/>
          <p:nvPr/>
        </p:nvSpPr>
        <p:spPr>
          <a:xfrm>
            <a:off x="993410" y="5076710"/>
            <a:ext cx="1775216" cy="545387"/>
          </a:xfrm>
          <a:prstGeom prst="rect">
            <a:avLst/>
          </a:prstGeom>
          <a:solidFill>
            <a:schemeClr val="accent1">
              <a:lumMod val="20000"/>
              <a:lumOff val="80000"/>
            </a:schemeClr>
          </a:solidFill>
          <a:ln w="12700">
            <a:solidFill>
              <a:srgbClr val="C5DEF5"/>
            </a:solidFill>
            <a:prstDash val="solid"/>
          </a:ln>
        </p:spPr>
        <p:txBody>
          <a:bodyPr/>
          <a:lstStyle/>
          <a:p>
            <a:pPr algn="ctr"/>
            <a:r>
              <a:rPr lang="en-US" dirty="0">
                <a:solidFill>
                  <a:srgbClr val="334E68"/>
                </a:solidFill>
                <a:latin typeface="Calibri" pitchFamily="34" charset="0"/>
                <a:ea typeface="Calibri" pitchFamily="34" charset="-122"/>
                <a:cs typeface="Calibri" pitchFamily="34" charset="-120"/>
              </a:rPr>
              <a:t>Jun 29– Jul 09</a:t>
            </a:r>
          </a:p>
          <a:p>
            <a:pPr algn="ctr"/>
            <a:endParaRPr lang="en-US" dirty="0"/>
          </a:p>
        </p:txBody>
      </p:sp>
      <p:sp>
        <p:nvSpPr>
          <p:cNvPr id="45" name="Shape 5">
            <a:extLst>
              <a:ext uri="{FF2B5EF4-FFF2-40B4-BE49-F238E27FC236}">
                <a16:creationId xmlns:a16="http://schemas.microsoft.com/office/drawing/2014/main" id="{5B38A963-4479-880B-F647-E240C80610DB}"/>
              </a:ext>
            </a:extLst>
          </p:cNvPr>
          <p:cNvSpPr/>
          <p:nvPr/>
        </p:nvSpPr>
        <p:spPr>
          <a:xfrm>
            <a:off x="1021315" y="5747910"/>
            <a:ext cx="1757295" cy="545387"/>
          </a:xfrm>
          <a:prstGeom prst="rect">
            <a:avLst/>
          </a:prstGeom>
          <a:solidFill>
            <a:schemeClr val="accent1">
              <a:lumMod val="20000"/>
              <a:lumOff val="80000"/>
            </a:schemeClr>
          </a:solidFill>
          <a:ln w="12700">
            <a:solidFill>
              <a:srgbClr val="C5DEF5"/>
            </a:solidFill>
            <a:prstDash val="solid"/>
          </a:ln>
        </p:spPr>
        <p:txBody>
          <a:bodyPr/>
          <a:lstStyle/>
          <a:p>
            <a:pPr algn="ctr"/>
            <a:r>
              <a:rPr lang="en-US" dirty="0">
                <a:solidFill>
                  <a:srgbClr val="334E68"/>
                </a:solidFill>
                <a:latin typeface="Calibri" pitchFamily="34" charset="0"/>
                <a:ea typeface="Calibri" pitchFamily="34" charset="-122"/>
                <a:cs typeface="Calibri" pitchFamily="34" charset="-120"/>
              </a:rPr>
              <a:t>Jul 10</a:t>
            </a:r>
          </a:p>
          <a:p>
            <a:pPr algn="ctr"/>
            <a:endParaRPr lang="en-US" dirty="0"/>
          </a:p>
        </p:txBody>
      </p:sp>
      <p:sp>
        <p:nvSpPr>
          <p:cNvPr id="46" name="Shape 7">
            <a:extLst>
              <a:ext uri="{FF2B5EF4-FFF2-40B4-BE49-F238E27FC236}">
                <a16:creationId xmlns:a16="http://schemas.microsoft.com/office/drawing/2014/main" id="{B874B459-4C9D-904E-0565-D6108AF784C5}"/>
              </a:ext>
            </a:extLst>
          </p:cNvPr>
          <p:cNvSpPr/>
          <p:nvPr/>
        </p:nvSpPr>
        <p:spPr>
          <a:xfrm>
            <a:off x="2841180" y="5076711"/>
            <a:ext cx="6017387" cy="545386"/>
          </a:xfrm>
          <a:prstGeom prst="rect">
            <a:avLst/>
          </a:prstGeom>
          <a:solidFill>
            <a:srgbClr val="E2EDF8"/>
          </a:solidFill>
          <a:ln/>
        </p:spPr>
        <p:txBody>
          <a:bodyPr/>
          <a:lstStyle/>
          <a:p>
            <a:endParaRPr lang="en-IN"/>
          </a:p>
        </p:txBody>
      </p:sp>
      <p:sp>
        <p:nvSpPr>
          <p:cNvPr id="47" name="Shape 7">
            <a:extLst>
              <a:ext uri="{FF2B5EF4-FFF2-40B4-BE49-F238E27FC236}">
                <a16:creationId xmlns:a16="http://schemas.microsoft.com/office/drawing/2014/main" id="{EDDF170F-40EC-AB75-45EA-E04F542A404F}"/>
              </a:ext>
            </a:extLst>
          </p:cNvPr>
          <p:cNvSpPr/>
          <p:nvPr/>
        </p:nvSpPr>
        <p:spPr>
          <a:xfrm>
            <a:off x="2841180" y="5747911"/>
            <a:ext cx="6017387" cy="545386"/>
          </a:xfrm>
          <a:prstGeom prst="rect">
            <a:avLst/>
          </a:prstGeom>
          <a:solidFill>
            <a:srgbClr val="E2EDF8"/>
          </a:solidFill>
          <a:ln/>
        </p:spPr>
        <p:txBody>
          <a:bodyPr/>
          <a:lstStyle/>
          <a:p>
            <a:endParaRPr lang="en-IN"/>
          </a:p>
        </p:txBody>
      </p:sp>
      <p:sp>
        <p:nvSpPr>
          <p:cNvPr id="48" name="Shape 8">
            <a:extLst>
              <a:ext uri="{FF2B5EF4-FFF2-40B4-BE49-F238E27FC236}">
                <a16:creationId xmlns:a16="http://schemas.microsoft.com/office/drawing/2014/main" id="{991F438F-1EA7-C0E7-12D1-A6F4A1CF8A55}"/>
              </a:ext>
            </a:extLst>
          </p:cNvPr>
          <p:cNvSpPr/>
          <p:nvPr/>
        </p:nvSpPr>
        <p:spPr>
          <a:xfrm>
            <a:off x="2841178" y="5092775"/>
            <a:ext cx="4953416" cy="545386"/>
          </a:xfrm>
          <a:prstGeom prst="rect">
            <a:avLst/>
          </a:prstGeom>
          <a:solidFill>
            <a:schemeClr val="accent1">
              <a:lumMod val="40000"/>
              <a:lumOff val="60000"/>
            </a:schemeClr>
          </a:solidFill>
          <a:ln/>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Topic</a:t>
            </a:r>
            <a:r>
              <a:rPr lang="en-IN" dirty="0"/>
              <a:t> </a:t>
            </a:r>
            <a:r>
              <a:rPr lang="en-IN" dirty="0" err="1"/>
              <a:t>Modeling</a:t>
            </a:r>
            <a:endParaRPr lang="en-IN" dirty="0"/>
          </a:p>
        </p:txBody>
      </p:sp>
      <p:sp>
        <p:nvSpPr>
          <p:cNvPr id="49" name="Shape 8">
            <a:extLst>
              <a:ext uri="{FF2B5EF4-FFF2-40B4-BE49-F238E27FC236}">
                <a16:creationId xmlns:a16="http://schemas.microsoft.com/office/drawing/2014/main" id="{2A4A55AA-D08C-26C0-EF75-0442BE779261}"/>
              </a:ext>
            </a:extLst>
          </p:cNvPr>
          <p:cNvSpPr/>
          <p:nvPr/>
        </p:nvSpPr>
        <p:spPr>
          <a:xfrm>
            <a:off x="2822922" y="5771698"/>
            <a:ext cx="6017387" cy="545386"/>
          </a:xfrm>
          <a:prstGeom prst="rect">
            <a:avLst/>
          </a:prstGeom>
          <a:solidFill>
            <a:schemeClr val="accent1">
              <a:lumMod val="40000"/>
              <a:lumOff val="60000"/>
            </a:schemeClr>
          </a:solidFill>
          <a:ln/>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Analysis</a:t>
            </a:r>
            <a:r>
              <a:rPr lang="en-IN" dirty="0"/>
              <a:t> &amp; </a:t>
            </a:r>
            <a:r>
              <a:rPr lang="en-IN" dirty="0">
                <a:latin typeface="Calibri" panose="020F0502020204030204" pitchFamily="34" charset="0"/>
                <a:ea typeface="Calibri" panose="020F0502020204030204" pitchFamily="34" charset="0"/>
                <a:cs typeface="Calibri" panose="020F0502020204030204" pitchFamily="34" charset="0"/>
              </a:rPr>
              <a:t>Report</a:t>
            </a:r>
          </a:p>
        </p:txBody>
      </p:sp>
    </p:spTree>
    <p:extLst>
      <p:ext uri="{BB962C8B-B14F-4D97-AF65-F5344CB8AC3E}">
        <p14:creationId xmlns:p14="http://schemas.microsoft.com/office/powerpoint/2010/main" val="1858387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3">
            <a:extLst>
              <a:ext uri="{FF2B5EF4-FFF2-40B4-BE49-F238E27FC236}">
                <a16:creationId xmlns:a16="http://schemas.microsoft.com/office/drawing/2014/main" id="{6298016E-FFF7-3152-FADD-5FB4C02B6A5A}"/>
              </a:ext>
            </a:extLst>
          </p:cNvPr>
          <p:cNvSpPr/>
          <p:nvPr/>
        </p:nvSpPr>
        <p:spPr>
          <a:xfrm flipH="1">
            <a:off x="4303660" y="4752716"/>
            <a:ext cx="3530152" cy="2006701"/>
          </a:xfrm>
          <a:prstGeom prst="rect">
            <a:avLst/>
          </a:prstGeom>
          <a:solidFill>
            <a:schemeClr val="accent1">
              <a:lumMod val="40000"/>
              <a:lumOff val="60000"/>
            </a:schemeClr>
          </a:solidFill>
          <a:ln w="12700">
            <a:solidFill>
              <a:srgbClr val="C5DEF5"/>
            </a:solidFill>
            <a:prstDash val="solid"/>
          </a:ln>
        </p:spPr>
        <p:txBody>
          <a:bodyPr/>
          <a:lstStyle/>
          <a:p>
            <a:endParaRPr lang="en-IN" dirty="0"/>
          </a:p>
        </p:txBody>
      </p:sp>
      <p:sp>
        <p:nvSpPr>
          <p:cNvPr id="3" name="Shape 0">
            <a:extLst>
              <a:ext uri="{FF2B5EF4-FFF2-40B4-BE49-F238E27FC236}">
                <a16:creationId xmlns:a16="http://schemas.microsoft.com/office/drawing/2014/main" id="{2DE43F50-C4C7-5558-C985-13854C333F8D}"/>
              </a:ext>
            </a:extLst>
          </p:cNvPr>
          <p:cNvSpPr>
            <a:spLocks noGrp="1"/>
          </p:cNvSpPr>
          <p:nvPr>
            <p:ph type="title"/>
          </p:nvPr>
        </p:nvSpPr>
        <p:spPr>
          <a:xfrm>
            <a:off x="260612" y="281126"/>
            <a:ext cx="8596312" cy="979503"/>
          </a:xfrm>
          <a:prstGeom prst="rect">
            <a:avLst/>
          </a:prstGeom>
          <a:solidFill>
            <a:schemeClr val="accent1">
              <a:lumMod val="40000"/>
              <a:lumOff val="60000"/>
            </a:schemeClr>
          </a:solidFill>
          <a:ln/>
        </p:spPr>
        <p:txBody>
          <a:bodyPr/>
          <a:lstStyle/>
          <a:p>
            <a:r>
              <a:rPr lang="en-US" sz="4000" b="1" dirty="0">
                <a:solidFill>
                  <a:schemeClr val="tx1"/>
                </a:solidFill>
                <a:latin typeface="Calibri" pitchFamily="34" charset="0"/>
                <a:ea typeface="Calibri" pitchFamily="34" charset="-122"/>
                <a:cs typeface="Calibri" pitchFamily="34" charset="-120"/>
              </a:rPr>
              <a:t>Data Management Plan</a:t>
            </a:r>
            <a:endParaRPr lang="en-IN" sz="4000" dirty="0">
              <a:solidFill>
                <a:schemeClr val="tx1"/>
              </a:solidFill>
            </a:endParaRPr>
          </a:p>
        </p:txBody>
      </p:sp>
      <p:sp>
        <p:nvSpPr>
          <p:cNvPr id="8" name="Shape 3">
            <a:extLst>
              <a:ext uri="{FF2B5EF4-FFF2-40B4-BE49-F238E27FC236}">
                <a16:creationId xmlns:a16="http://schemas.microsoft.com/office/drawing/2014/main" id="{3FA11BB8-1C6C-61EF-CFB9-860AC9DBE3AD}"/>
              </a:ext>
            </a:extLst>
          </p:cNvPr>
          <p:cNvSpPr/>
          <p:nvPr/>
        </p:nvSpPr>
        <p:spPr>
          <a:xfrm flipH="1">
            <a:off x="284671" y="1722951"/>
            <a:ext cx="3571516" cy="2283418"/>
          </a:xfrm>
          <a:prstGeom prst="rect">
            <a:avLst/>
          </a:prstGeom>
          <a:solidFill>
            <a:schemeClr val="accent1">
              <a:lumMod val="40000"/>
              <a:lumOff val="60000"/>
            </a:schemeClr>
          </a:solidFill>
          <a:ln w="12700">
            <a:solidFill>
              <a:srgbClr val="C5DEF5"/>
            </a:solidFill>
            <a:prstDash val="solid"/>
          </a:ln>
        </p:spPr>
        <p:txBody>
          <a:bodyPr/>
          <a:lstStyle/>
          <a:p>
            <a:endParaRPr lang="en-IN" dirty="0"/>
          </a:p>
        </p:txBody>
      </p:sp>
      <p:pic>
        <p:nvPicPr>
          <p:cNvPr id="10" name="Picture 9">
            <a:extLst>
              <a:ext uri="{FF2B5EF4-FFF2-40B4-BE49-F238E27FC236}">
                <a16:creationId xmlns:a16="http://schemas.microsoft.com/office/drawing/2014/main" id="{696C76A2-C4C8-1560-CE83-46C9C9E24175}"/>
              </a:ext>
            </a:extLst>
          </p:cNvPr>
          <p:cNvPicPr>
            <a:picLocks noChangeAspect="1"/>
          </p:cNvPicPr>
          <p:nvPr/>
        </p:nvPicPr>
        <p:blipFill>
          <a:blip r:embed="rId3"/>
          <a:stretch>
            <a:fillRect/>
          </a:stretch>
        </p:blipFill>
        <p:spPr>
          <a:xfrm>
            <a:off x="339192" y="1879331"/>
            <a:ext cx="3451570" cy="2050043"/>
          </a:xfrm>
          <a:prstGeom prst="rect">
            <a:avLst/>
          </a:prstGeom>
        </p:spPr>
      </p:pic>
      <p:sp>
        <p:nvSpPr>
          <p:cNvPr id="11" name="Shape 4">
            <a:extLst>
              <a:ext uri="{FF2B5EF4-FFF2-40B4-BE49-F238E27FC236}">
                <a16:creationId xmlns:a16="http://schemas.microsoft.com/office/drawing/2014/main" id="{0F3E2488-35F0-1D83-0396-127BA50ED4CB}"/>
              </a:ext>
            </a:extLst>
          </p:cNvPr>
          <p:cNvSpPr/>
          <p:nvPr/>
        </p:nvSpPr>
        <p:spPr>
          <a:xfrm>
            <a:off x="284672" y="1371480"/>
            <a:ext cx="3584672" cy="351470"/>
          </a:xfrm>
          <a:prstGeom prst="rect">
            <a:avLst/>
          </a:prstGeom>
          <a:solidFill>
            <a:srgbClr val="92D050"/>
          </a:solidFill>
          <a:ln/>
        </p:spPr>
        <p:txBody>
          <a:bodyPr/>
          <a:lstStyle/>
          <a:p>
            <a:r>
              <a:rPr lang="en-US" b="1" dirty="0">
                <a:solidFill>
                  <a:srgbClr val="FFFFFF"/>
                </a:solidFill>
                <a:latin typeface="Calibri" pitchFamily="34" charset="0"/>
                <a:ea typeface="Calibri" pitchFamily="34" charset="-122"/>
                <a:cs typeface="Calibri" pitchFamily="34" charset="-120"/>
              </a:rPr>
              <a:t>Version Control</a:t>
            </a:r>
            <a:endParaRPr lang="en-US" dirty="0"/>
          </a:p>
          <a:p>
            <a:endParaRPr lang="en-IN" dirty="0"/>
          </a:p>
        </p:txBody>
      </p:sp>
      <p:sp>
        <p:nvSpPr>
          <p:cNvPr id="12" name="Shape 3">
            <a:extLst>
              <a:ext uri="{FF2B5EF4-FFF2-40B4-BE49-F238E27FC236}">
                <a16:creationId xmlns:a16="http://schemas.microsoft.com/office/drawing/2014/main" id="{8C77B5CA-C696-46F1-F0A3-F04556AAE146}"/>
              </a:ext>
            </a:extLst>
          </p:cNvPr>
          <p:cNvSpPr/>
          <p:nvPr/>
        </p:nvSpPr>
        <p:spPr>
          <a:xfrm flipH="1">
            <a:off x="4303660" y="1722951"/>
            <a:ext cx="3571517" cy="2283417"/>
          </a:xfrm>
          <a:prstGeom prst="rect">
            <a:avLst/>
          </a:prstGeom>
          <a:solidFill>
            <a:schemeClr val="accent1">
              <a:lumMod val="40000"/>
              <a:lumOff val="60000"/>
            </a:schemeClr>
          </a:solidFill>
          <a:ln w="12700">
            <a:solidFill>
              <a:srgbClr val="C5DEF5"/>
            </a:solidFill>
            <a:prstDash val="solid"/>
          </a:ln>
        </p:spPr>
        <p:txBody>
          <a:bodyPr/>
          <a:lstStyle/>
          <a:p>
            <a:endParaRPr lang="en-IN" dirty="0"/>
          </a:p>
        </p:txBody>
      </p:sp>
      <p:sp>
        <p:nvSpPr>
          <p:cNvPr id="13" name="Shape 4">
            <a:extLst>
              <a:ext uri="{FF2B5EF4-FFF2-40B4-BE49-F238E27FC236}">
                <a16:creationId xmlns:a16="http://schemas.microsoft.com/office/drawing/2014/main" id="{A59B76EA-929A-7712-10BB-BAAA0A71DE7D}"/>
              </a:ext>
            </a:extLst>
          </p:cNvPr>
          <p:cNvSpPr/>
          <p:nvPr/>
        </p:nvSpPr>
        <p:spPr>
          <a:xfrm>
            <a:off x="4303663" y="1372161"/>
            <a:ext cx="3584672" cy="351470"/>
          </a:xfrm>
          <a:prstGeom prst="rect">
            <a:avLst/>
          </a:prstGeom>
          <a:solidFill>
            <a:srgbClr val="92D050"/>
          </a:solidFill>
          <a:ln/>
        </p:spPr>
        <p:txBody>
          <a:bodyPr/>
          <a:lstStyle/>
          <a:p>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Metadata</a:t>
            </a:r>
          </a:p>
        </p:txBody>
      </p:sp>
      <p:pic>
        <p:nvPicPr>
          <p:cNvPr id="15" name="Picture 14">
            <a:extLst>
              <a:ext uri="{FF2B5EF4-FFF2-40B4-BE49-F238E27FC236}">
                <a16:creationId xmlns:a16="http://schemas.microsoft.com/office/drawing/2014/main" id="{E7D9B31E-6D92-A361-1096-44BBE5F8C4A4}"/>
              </a:ext>
            </a:extLst>
          </p:cNvPr>
          <p:cNvPicPr>
            <a:picLocks noChangeAspect="1"/>
          </p:cNvPicPr>
          <p:nvPr/>
        </p:nvPicPr>
        <p:blipFill>
          <a:blip r:embed="rId4"/>
          <a:stretch>
            <a:fillRect/>
          </a:stretch>
        </p:blipFill>
        <p:spPr>
          <a:xfrm>
            <a:off x="4371340" y="1879331"/>
            <a:ext cx="3449318" cy="1991333"/>
          </a:xfrm>
          <a:prstGeom prst="rect">
            <a:avLst/>
          </a:prstGeom>
        </p:spPr>
      </p:pic>
      <p:sp>
        <p:nvSpPr>
          <p:cNvPr id="18" name="Shape 3">
            <a:extLst>
              <a:ext uri="{FF2B5EF4-FFF2-40B4-BE49-F238E27FC236}">
                <a16:creationId xmlns:a16="http://schemas.microsoft.com/office/drawing/2014/main" id="{65FC024D-FE91-1FFB-A589-D5C23C6E9161}"/>
              </a:ext>
            </a:extLst>
          </p:cNvPr>
          <p:cNvSpPr/>
          <p:nvPr/>
        </p:nvSpPr>
        <p:spPr>
          <a:xfrm flipH="1">
            <a:off x="339192" y="4752716"/>
            <a:ext cx="3530152" cy="2006701"/>
          </a:xfrm>
          <a:prstGeom prst="rect">
            <a:avLst/>
          </a:prstGeom>
          <a:solidFill>
            <a:schemeClr val="accent1">
              <a:lumMod val="40000"/>
              <a:lumOff val="60000"/>
            </a:schemeClr>
          </a:solidFill>
          <a:ln w="12700">
            <a:solidFill>
              <a:srgbClr val="C5DEF5"/>
            </a:solidFill>
            <a:prstDash val="solid"/>
          </a:ln>
        </p:spPr>
        <p:txBody>
          <a:bodyPr/>
          <a:lstStyle/>
          <a:p>
            <a:endParaRPr lang="en-IN" dirty="0"/>
          </a:p>
        </p:txBody>
      </p:sp>
      <p:pic>
        <p:nvPicPr>
          <p:cNvPr id="19" name="Picture 18">
            <a:extLst>
              <a:ext uri="{FF2B5EF4-FFF2-40B4-BE49-F238E27FC236}">
                <a16:creationId xmlns:a16="http://schemas.microsoft.com/office/drawing/2014/main" id="{15090203-77B8-B9F9-9B01-7E69CB86E100}"/>
              </a:ext>
            </a:extLst>
          </p:cNvPr>
          <p:cNvPicPr>
            <a:picLocks noChangeAspect="1"/>
          </p:cNvPicPr>
          <p:nvPr/>
        </p:nvPicPr>
        <p:blipFill>
          <a:blip r:embed="rId5"/>
          <a:stretch>
            <a:fillRect/>
          </a:stretch>
        </p:blipFill>
        <p:spPr>
          <a:xfrm>
            <a:off x="479879" y="4866230"/>
            <a:ext cx="3170195" cy="1691787"/>
          </a:xfrm>
          <a:prstGeom prst="rect">
            <a:avLst/>
          </a:prstGeom>
        </p:spPr>
      </p:pic>
      <p:sp>
        <p:nvSpPr>
          <p:cNvPr id="20" name="Shape 4">
            <a:extLst>
              <a:ext uri="{FF2B5EF4-FFF2-40B4-BE49-F238E27FC236}">
                <a16:creationId xmlns:a16="http://schemas.microsoft.com/office/drawing/2014/main" id="{64581E43-8310-D9D6-2032-B2743BE1336D}"/>
              </a:ext>
            </a:extLst>
          </p:cNvPr>
          <p:cNvSpPr/>
          <p:nvPr/>
        </p:nvSpPr>
        <p:spPr>
          <a:xfrm>
            <a:off x="339192" y="4391695"/>
            <a:ext cx="3584672" cy="351470"/>
          </a:xfrm>
          <a:prstGeom prst="rect">
            <a:avLst/>
          </a:prstGeom>
          <a:solidFill>
            <a:srgbClr val="92D050"/>
          </a:solidFill>
          <a:ln/>
        </p:spPr>
        <p:txBody>
          <a:bodyPr/>
          <a:lstStyle/>
          <a:p>
            <a:r>
              <a:rPr lang="en-US" b="1" dirty="0">
                <a:solidFill>
                  <a:srgbClr val="FFFFFF"/>
                </a:solidFill>
                <a:latin typeface="Calibri" pitchFamily="34" charset="0"/>
                <a:ea typeface="Calibri" pitchFamily="34" charset="-122"/>
                <a:cs typeface="Calibri" pitchFamily="34" charset="-120"/>
              </a:rPr>
              <a:t>Version Control</a:t>
            </a:r>
            <a:endParaRPr lang="en-US" dirty="0"/>
          </a:p>
          <a:p>
            <a:endParaRPr lang="en-IN" dirty="0"/>
          </a:p>
        </p:txBody>
      </p:sp>
      <p:pic>
        <p:nvPicPr>
          <p:cNvPr id="22" name="Picture 21">
            <a:extLst>
              <a:ext uri="{FF2B5EF4-FFF2-40B4-BE49-F238E27FC236}">
                <a16:creationId xmlns:a16="http://schemas.microsoft.com/office/drawing/2014/main" id="{D95AFB62-5339-6EED-9710-19953557A59B}"/>
              </a:ext>
            </a:extLst>
          </p:cNvPr>
          <p:cNvPicPr>
            <a:picLocks noChangeAspect="1"/>
          </p:cNvPicPr>
          <p:nvPr/>
        </p:nvPicPr>
        <p:blipFill>
          <a:blip r:embed="rId6"/>
          <a:stretch>
            <a:fillRect/>
          </a:stretch>
        </p:blipFill>
        <p:spPr>
          <a:xfrm>
            <a:off x="4430884" y="4933034"/>
            <a:ext cx="3330229" cy="1646063"/>
          </a:xfrm>
          <a:prstGeom prst="rect">
            <a:avLst/>
          </a:prstGeom>
        </p:spPr>
      </p:pic>
      <p:sp>
        <p:nvSpPr>
          <p:cNvPr id="24" name="Shape 4">
            <a:extLst>
              <a:ext uri="{FF2B5EF4-FFF2-40B4-BE49-F238E27FC236}">
                <a16:creationId xmlns:a16="http://schemas.microsoft.com/office/drawing/2014/main" id="{9D2C5262-620D-E5DB-C3E2-FEC6A7A59CBE}"/>
              </a:ext>
            </a:extLst>
          </p:cNvPr>
          <p:cNvSpPr/>
          <p:nvPr/>
        </p:nvSpPr>
        <p:spPr>
          <a:xfrm>
            <a:off x="4303660" y="4391695"/>
            <a:ext cx="3516998" cy="351470"/>
          </a:xfrm>
          <a:prstGeom prst="rect">
            <a:avLst/>
          </a:prstGeom>
          <a:solidFill>
            <a:srgbClr val="92D050"/>
          </a:solidFill>
          <a:ln/>
        </p:spPr>
        <p:txBody>
          <a:bodyPr/>
          <a:lstStyle/>
          <a:p>
            <a:r>
              <a:rPr lang="en-US" b="1" dirty="0">
                <a:solidFill>
                  <a:srgbClr val="FFFFFF"/>
                </a:solidFill>
                <a:latin typeface="Calibri" pitchFamily="34" charset="0"/>
                <a:ea typeface="Calibri" pitchFamily="34" charset="-122"/>
                <a:cs typeface="Calibri" pitchFamily="34" charset="-120"/>
              </a:rPr>
              <a:t>Security &amp; Storage</a:t>
            </a:r>
            <a:endParaRPr lang="en-US" dirty="0"/>
          </a:p>
          <a:p>
            <a:endParaRPr lang="en-IN" dirty="0"/>
          </a:p>
        </p:txBody>
      </p:sp>
    </p:spTree>
    <p:extLst>
      <p:ext uri="{BB962C8B-B14F-4D97-AF65-F5344CB8AC3E}">
        <p14:creationId xmlns:p14="http://schemas.microsoft.com/office/powerpoint/2010/main" val="2123826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0">
            <a:extLst>
              <a:ext uri="{FF2B5EF4-FFF2-40B4-BE49-F238E27FC236}">
                <a16:creationId xmlns:a16="http://schemas.microsoft.com/office/drawing/2014/main" id="{0E850571-01C2-6BF9-461E-D47A02AFF3E8}"/>
              </a:ext>
            </a:extLst>
          </p:cNvPr>
          <p:cNvSpPr>
            <a:spLocks noGrp="1"/>
          </p:cNvSpPr>
          <p:nvPr>
            <p:ph type="title"/>
          </p:nvPr>
        </p:nvSpPr>
        <p:spPr>
          <a:xfrm>
            <a:off x="260612" y="281126"/>
            <a:ext cx="8596312" cy="979503"/>
          </a:xfrm>
          <a:prstGeom prst="rect">
            <a:avLst/>
          </a:prstGeom>
          <a:solidFill>
            <a:schemeClr val="accent1">
              <a:lumMod val="40000"/>
              <a:lumOff val="60000"/>
            </a:schemeClr>
          </a:solidFill>
          <a:ln/>
        </p:spPr>
        <p:txBody>
          <a:bodyPr/>
          <a:lstStyle/>
          <a:p>
            <a:r>
              <a:rPr lang="en-US" sz="4000" b="1" dirty="0">
                <a:latin typeface="Calibri" pitchFamily="34" charset="0"/>
                <a:ea typeface="Calibri" pitchFamily="34" charset="-122"/>
                <a:cs typeface="Calibri" pitchFamily="34" charset="-120"/>
              </a:rPr>
              <a:t>Ethics &amp; Compliance</a:t>
            </a:r>
            <a:endParaRPr lang="en-IN" sz="4000" dirty="0">
              <a:solidFill>
                <a:schemeClr val="tx1"/>
              </a:solidFill>
            </a:endParaRPr>
          </a:p>
        </p:txBody>
      </p:sp>
      <p:sp>
        <p:nvSpPr>
          <p:cNvPr id="9" name="Shape 17">
            <a:extLst>
              <a:ext uri="{FF2B5EF4-FFF2-40B4-BE49-F238E27FC236}">
                <a16:creationId xmlns:a16="http://schemas.microsoft.com/office/drawing/2014/main" id="{E6683BBB-CAFA-3D78-5000-04915CF086F5}"/>
              </a:ext>
            </a:extLst>
          </p:cNvPr>
          <p:cNvSpPr/>
          <p:nvPr/>
        </p:nvSpPr>
        <p:spPr>
          <a:xfrm>
            <a:off x="2015232" y="1562116"/>
            <a:ext cx="7599286" cy="822960"/>
          </a:xfrm>
          <a:prstGeom prst="rect">
            <a:avLst/>
          </a:prstGeom>
          <a:solidFill>
            <a:srgbClr val="FFFFFF"/>
          </a:solidFill>
          <a:ln w="12700">
            <a:solidFill>
              <a:srgbClr val="D0E0F0"/>
            </a:solidFill>
            <a:prstDash val="solid"/>
          </a:ln>
        </p:spPr>
        <p:txBody>
          <a:bodyPr/>
          <a:lstStyle/>
          <a:p>
            <a:r>
              <a:rPr lang="en-US" sz="1500" dirty="0">
                <a:solidFill>
                  <a:srgbClr val="334E68"/>
                </a:solidFill>
                <a:latin typeface="Calibri" pitchFamily="34" charset="0"/>
                <a:ea typeface="Calibri" pitchFamily="34" charset="-122"/>
                <a:cs typeface="Calibri" pitchFamily="34" charset="-120"/>
              </a:rPr>
              <a:t>The dataset contains no personally identifiable information (PII) such as names, addresses, email addresses or contact details. The project therefore poses minimal GDPR risk and does not involve the processing of personal data.</a:t>
            </a:r>
            <a:endParaRPr lang="en-US" sz="1500" dirty="0"/>
          </a:p>
        </p:txBody>
      </p:sp>
      <p:sp>
        <p:nvSpPr>
          <p:cNvPr id="10" name="Shape 19">
            <a:extLst>
              <a:ext uri="{FF2B5EF4-FFF2-40B4-BE49-F238E27FC236}">
                <a16:creationId xmlns:a16="http://schemas.microsoft.com/office/drawing/2014/main" id="{71DAC71F-AD87-C4E8-7EF7-722C6E1C61E2}"/>
              </a:ext>
            </a:extLst>
          </p:cNvPr>
          <p:cNvSpPr/>
          <p:nvPr/>
        </p:nvSpPr>
        <p:spPr>
          <a:xfrm>
            <a:off x="94992" y="1562115"/>
            <a:ext cx="1920240" cy="822960"/>
          </a:xfrm>
          <a:prstGeom prst="rect">
            <a:avLst/>
          </a:prstGeom>
          <a:solidFill>
            <a:srgbClr val="1B8A5A">
              <a:alpha val="10000"/>
            </a:srgbClr>
          </a:solidFill>
          <a:ln/>
        </p:spPr>
        <p:txBody>
          <a:bodyPr/>
          <a:lstStyle/>
          <a:p>
            <a:r>
              <a:rPr lang="en-US" b="1" dirty="0">
                <a:solidFill>
                  <a:schemeClr val="accent1">
                    <a:lumMod val="50000"/>
                  </a:schemeClr>
                </a:solidFill>
                <a:latin typeface="Calibri" pitchFamily="34" charset="0"/>
                <a:ea typeface="Calibri" pitchFamily="34" charset="-122"/>
                <a:cs typeface="Calibri" pitchFamily="34" charset="-120"/>
              </a:rPr>
              <a:t>GDPR Compliance</a:t>
            </a:r>
            <a:endParaRPr lang="en-US" dirty="0">
              <a:solidFill>
                <a:schemeClr val="accent1">
                  <a:lumMod val="50000"/>
                </a:schemeClr>
              </a:solidFill>
            </a:endParaRPr>
          </a:p>
        </p:txBody>
      </p:sp>
      <p:sp>
        <p:nvSpPr>
          <p:cNvPr id="12" name="Text 7">
            <a:extLst>
              <a:ext uri="{FF2B5EF4-FFF2-40B4-BE49-F238E27FC236}">
                <a16:creationId xmlns:a16="http://schemas.microsoft.com/office/drawing/2014/main" id="{A529E117-58D2-1931-FB71-4BC628222D95}"/>
              </a:ext>
            </a:extLst>
          </p:cNvPr>
          <p:cNvSpPr/>
          <p:nvPr/>
        </p:nvSpPr>
        <p:spPr>
          <a:xfrm>
            <a:off x="764722" y="3310483"/>
            <a:ext cx="1691640" cy="347472"/>
          </a:xfrm>
          <a:prstGeom prst="rect">
            <a:avLst/>
          </a:prstGeom>
          <a:noFill/>
          <a:ln/>
        </p:spPr>
        <p:txBody>
          <a:bodyPr wrap="square" rtlCol="0" anchor="ctr"/>
          <a:lstStyle/>
          <a:p>
            <a:pPr marL="0" indent="0">
              <a:buNone/>
            </a:pPr>
            <a:endParaRPr lang="en-US" sz="1200" dirty="0"/>
          </a:p>
        </p:txBody>
      </p:sp>
      <p:sp>
        <p:nvSpPr>
          <p:cNvPr id="15" name="Shape 17">
            <a:extLst>
              <a:ext uri="{FF2B5EF4-FFF2-40B4-BE49-F238E27FC236}">
                <a16:creationId xmlns:a16="http://schemas.microsoft.com/office/drawing/2014/main" id="{33E917FC-534A-13CE-EE01-2FAC6E8576DE}"/>
              </a:ext>
            </a:extLst>
          </p:cNvPr>
          <p:cNvSpPr/>
          <p:nvPr/>
        </p:nvSpPr>
        <p:spPr>
          <a:xfrm>
            <a:off x="2015232" y="2487522"/>
            <a:ext cx="7599286" cy="822960"/>
          </a:xfrm>
          <a:prstGeom prst="rect">
            <a:avLst/>
          </a:prstGeom>
          <a:solidFill>
            <a:srgbClr val="FFFFFF"/>
          </a:solidFill>
          <a:ln w="12700">
            <a:solidFill>
              <a:srgbClr val="D0E0F0"/>
            </a:solidFill>
            <a:prstDash val="solid"/>
          </a:ln>
        </p:spPr>
        <p:txBody>
          <a:bodyPr/>
          <a:lstStyle/>
          <a:p>
            <a:r>
              <a:rPr lang="en-US" sz="1500" dirty="0">
                <a:solidFill>
                  <a:srgbClr val="334E68"/>
                </a:solidFill>
                <a:latin typeface="Calibri" pitchFamily="34" charset="0"/>
                <a:ea typeface="Calibri" pitchFamily="34" charset="-122"/>
                <a:cs typeface="Calibri" pitchFamily="34" charset="-120"/>
              </a:rPr>
              <a:t>The project complies with University of Hertfordshire ethical guidelines for data science research. The study uses secondary, publicly available data and does not involve human participants, surveys, interviews or experiments.</a:t>
            </a:r>
            <a:endParaRPr lang="en-US" sz="1500" dirty="0"/>
          </a:p>
          <a:p>
            <a:endParaRPr lang="en-US" dirty="0"/>
          </a:p>
        </p:txBody>
      </p:sp>
      <p:sp>
        <p:nvSpPr>
          <p:cNvPr id="16" name="Shape 19">
            <a:extLst>
              <a:ext uri="{FF2B5EF4-FFF2-40B4-BE49-F238E27FC236}">
                <a16:creationId xmlns:a16="http://schemas.microsoft.com/office/drawing/2014/main" id="{E011438F-0CFC-D816-7ABF-1958409E32D6}"/>
              </a:ext>
            </a:extLst>
          </p:cNvPr>
          <p:cNvSpPr/>
          <p:nvPr/>
        </p:nvSpPr>
        <p:spPr>
          <a:xfrm>
            <a:off x="94992" y="2487522"/>
            <a:ext cx="1920240" cy="822960"/>
          </a:xfrm>
          <a:prstGeom prst="rect">
            <a:avLst/>
          </a:prstGeom>
          <a:solidFill>
            <a:srgbClr val="1B8A5A">
              <a:alpha val="10000"/>
            </a:srgbClr>
          </a:solidFill>
          <a:ln/>
        </p:spPr>
        <p:txBody>
          <a:bodyPr/>
          <a:lstStyle/>
          <a:p>
            <a:r>
              <a:rPr lang="en-US" b="1" dirty="0">
                <a:solidFill>
                  <a:schemeClr val="accent1">
                    <a:lumMod val="50000"/>
                  </a:schemeClr>
                </a:solidFill>
                <a:latin typeface="Calibri" pitchFamily="34" charset="0"/>
                <a:ea typeface="Calibri" pitchFamily="34" charset="-122"/>
                <a:cs typeface="Calibri" pitchFamily="34" charset="-120"/>
              </a:rPr>
              <a:t>UH Ethical Policies</a:t>
            </a:r>
            <a:endParaRPr lang="en-US" dirty="0">
              <a:solidFill>
                <a:schemeClr val="accent1">
                  <a:lumMod val="50000"/>
                </a:schemeClr>
              </a:solidFill>
            </a:endParaRPr>
          </a:p>
          <a:p>
            <a:endPar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Shape 19">
            <a:extLst>
              <a:ext uri="{FF2B5EF4-FFF2-40B4-BE49-F238E27FC236}">
                <a16:creationId xmlns:a16="http://schemas.microsoft.com/office/drawing/2014/main" id="{75EF01AB-7375-62F2-A973-267643EAA1B6}"/>
              </a:ext>
            </a:extLst>
          </p:cNvPr>
          <p:cNvSpPr/>
          <p:nvPr/>
        </p:nvSpPr>
        <p:spPr>
          <a:xfrm>
            <a:off x="94992" y="3412928"/>
            <a:ext cx="1920240" cy="822960"/>
          </a:xfrm>
          <a:prstGeom prst="rect">
            <a:avLst/>
          </a:prstGeom>
          <a:solidFill>
            <a:srgbClr val="1B8A5A">
              <a:alpha val="10000"/>
            </a:srgbClr>
          </a:solidFill>
          <a:ln/>
        </p:spPr>
        <p:txBody>
          <a:bodyPr/>
          <a:lstStyle/>
          <a:p>
            <a:r>
              <a:rPr lang="en-US" b="1" dirty="0">
                <a:solidFill>
                  <a:schemeClr val="accent1">
                    <a:lumMod val="50000"/>
                  </a:schemeClr>
                </a:solidFill>
                <a:latin typeface="Calibri" pitchFamily="34" charset="0"/>
                <a:ea typeface="Calibri" pitchFamily="34" charset="-122"/>
                <a:cs typeface="Calibri" pitchFamily="34" charset="-120"/>
              </a:rPr>
              <a:t>Data Use Permission</a:t>
            </a:r>
            <a:endParaRPr lang="en-US" dirty="0">
              <a:solidFill>
                <a:schemeClr val="accent1">
                  <a:lumMod val="50000"/>
                </a:schemeClr>
              </a:solidFill>
            </a:endParaRPr>
          </a:p>
          <a:p>
            <a:endParaRPr lang="en-US" dirty="0">
              <a:solidFill>
                <a:schemeClr val="accent1">
                  <a:lumMod val="50000"/>
                </a:schemeClr>
              </a:solidFill>
            </a:endParaRPr>
          </a:p>
        </p:txBody>
      </p:sp>
      <p:sp>
        <p:nvSpPr>
          <p:cNvPr id="19" name="Shape 17">
            <a:extLst>
              <a:ext uri="{FF2B5EF4-FFF2-40B4-BE49-F238E27FC236}">
                <a16:creationId xmlns:a16="http://schemas.microsoft.com/office/drawing/2014/main" id="{973784C1-9BBC-5C6C-5C38-53B2231537A2}"/>
              </a:ext>
            </a:extLst>
          </p:cNvPr>
          <p:cNvSpPr/>
          <p:nvPr/>
        </p:nvSpPr>
        <p:spPr>
          <a:xfrm>
            <a:off x="2015232" y="3412928"/>
            <a:ext cx="7599286" cy="822960"/>
          </a:xfrm>
          <a:prstGeom prst="rect">
            <a:avLst/>
          </a:prstGeom>
          <a:solidFill>
            <a:srgbClr val="FFFFFF"/>
          </a:solidFill>
          <a:ln w="12700">
            <a:solidFill>
              <a:srgbClr val="D0E0F0"/>
            </a:solidFill>
            <a:prstDash val="solid"/>
          </a:ln>
        </p:spPr>
        <p:txBody>
          <a:bodyPr/>
          <a:lstStyle/>
          <a:p>
            <a:r>
              <a:rPr lang="en-US" sz="1500" dirty="0">
                <a:solidFill>
                  <a:srgbClr val="334E68"/>
                </a:solidFill>
                <a:latin typeface="Calibri" pitchFamily="34" charset="0"/>
                <a:ea typeface="Calibri" pitchFamily="34" charset="-122"/>
                <a:cs typeface="Calibri" pitchFamily="34" charset="-120"/>
              </a:rPr>
              <a:t>The dataset is publicly available via Kaggle for research and educational purposes under CC0 (Public Domain) licensing. The project adheres to all licensing and usage terms of the dataset throughout its duration</a:t>
            </a:r>
            <a:endParaRPr lang="en-US" sz="1500" dirty="0"/>
          </a:p>
        </p:txBody>
      </p:sp>
      <p:sp>
        <p:nvSpPr>
          <p:cNvPr id="22" name="Shape 17">
            <a:extLst>
              <a:ext uri="{FF2B5EF4-FFF2-40B4-BE49-F238E27FC236}">
                <a16:creationId xmlns:a16="http://schemas.microsoft.com/office/drawing/2014/main" id="{B988FD89-A5FF-2A40-F28E-22C8D2FEEACC}"/>
              </a:ext>
            </a:extLst>
          </p:cNvPr>
          <p:cNvSpPr/>
          <p:nvPr/>
        </p:nvSpPr>
        <p:spPr>
          <a:xfrm>
            <a:off x="2015232" y="4338333"/>
            <a:ext cx="7599286" cy="890615"/>
          </a:xfrm>
          <a:prstGeom prst="rect">
            <a:avLst/>
          </a:prstGeom>
          <a:solidFill>
            <a:srgbClr val="FFFFFF"/>
          </a:solidFill>
          <a:ln w="12700">
            <a:solidFill>
              <a:srgbClr val="D0E0F0"/>
            </a:solidFill>
            <a:prstDash val="solid"/>
          </a:ln>
        </p:spPr>
        <p:txBody>
          <a:bodyPr/>
          <a:lstStyle/>
          <a:p>
            <a:r>
              <a:rPr lang="en-US" sz="1500" dirty="0">
                <a:solidFill>
                  <a:srgbClr val="334E68"/>
                </a:solidFill>
                <a:latin typeface="Calibri" pitchFamily="34" charset="0"/>
                <a:ea typeface="Calibri" pitchFamily="34" charset="-122"/>
                <a:cs typeface="Calibri" pitchFamily="34" charset="-120"/>
              </a:rPr>
              <a:t>Amazon collected reviews as part of its e-commerce platform to solicit customer feedback on products and services. The published dataset contains only </a:t>
            </a:r>
            <a:r>
              <a:rPr lang="en-US" sz="1500" dirty="0" err="1">
                <a:solidFill>
                  <a:srgbClr val="334E68"/>
                </a:solidFill>
                <a:latin typeface="Calibri" pitchFamily="34" charset="0"/>
                <a:ea typeface="Calibri" pitchFamily="34" charset="-122"/>
                <a:cs typeface="Calibri" pitchFamily="34" charset="-120"/>
              </a:rPr>
              <a:t>anonymised</a:t>
            </a:r>
            <a:r>
              <a:rPr lang="en-US" sz="1500" dirty="0">
                <a:solidFill>
                  <a:srgbClr val="334E68"/>
                </a:solidFill>
                <a:latin typeface="Calibri" pitchFamily="34" charset="0"/>
                <a:ea typeface="Calibri" pitchFamily="34" charset="-122"/>
                <a:cs typeface="Calibri" pitchFamily="34" charset="-120"/>
              </a:rPr>
              <a:t> review data — no sensitive or private user information — and shows no evidence of unethical collection.</a:t>
            </a:r>
            <a:endParaRPr lang="en-US" sz="1500" dirty="0"/>
          </a:p>
          <a:p>
            <a:endParaRPr lang="en-US" sz="1500" dirty="0"/>
          </a:p>
        </p:txBody>
      </p:sp>
      <p:sp>
        <p:nvSpPr>
          <p:cNvPr id="23" name="Shape 19">
            <a:extLst>
              <a:ext uri="{FF2B5EF4-FFF2-40B4-BE49-F238E27FC236}">
                <a16:creationId xmlns:a16="http://schemas.microsoft.com/office/drawing/2014/main" id="{B1FE4DA4-0986-1EDC-AA96-CDA579F4597F}"/>
              </a:ext>
            </a:extLst>
          </p:cNvPr>
          <p:cNvSpPr/>
          <p:nvPr/>
        </p:nvSpPr>
        <p:spPr>
          <a:xfrm>
            <a:off x="94992" y="4372158"/>
            <a:ext cx="1920240" cy="856790"/>
          </a:xfrm>
          <a:prstGeom prst="rect">
            <a:avLst/>
          </a:prstGeom>
          <a:solidFill>
            <a:srgbClr val="1B8A5A">
              <a:alpha val="10000"/>
            </a:srgbClr>
          </a:solidFill>
          <a:ln/>
        </p:spPr>
        <p:txBody>
          <a:bodyPr/>
          <a:lstStyle/>
          <a:p>
            <a:r>
              <a:rPr lang="en-US" sz="15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Ethical</a:t>
            </a:r>
            <a:r>
              <a:rPr lang="en-US" sz="1500" b="1" dirty="0">
                <a:solidFill>
                  <a:schemeClr val="accent1">
                    <a:lumMod val="50000"/>
                  </a:schemeClr>
                </a:solidFill>
              </a:rPr>
              <a:t> Data Collection</a:t>
            </a:r>
          </a:p>
        </p:txBody>
      </p:sp>
    </p:spTree>
    <p:extLst>
      <p:ext uri="{BB962C8B-B14F-4D97-AF65-F5344CB8AC3E}">
        <p14:creationId xmlns:p14="http://schemas.microsoft.com/office/powerpoint/2010/main" val="272877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0">
            <a:extLst>
              <a:ext uri="{FF2B5EF4-FFF2-40B4-BE49-F238E27FC236}">
                <a16:creationId xmlns:a16="http://schemas.microsoft.com/office/drawing/2014/main" id="{C5AB3140-E85F-7CA7-F698-A360974A4FA4}"/>
              </a:ext>
            </a:extLst>
          </p:cNvPr>
          <p:cNvSpPr>
            <a:spLocks noGrp="1"/>
          </p:cNvSpPr>
          <p:nvPr>
            <p:ph type="title"/>
          </p:nvPr>
        </p:nvSpPr>
        <p:spPr>
          <a:xfrm>
            <a:off x="260612" y="281126"/>
            <a:ext cx="8596312" cy="979503"/>
          </a:xfrm>
          <a:prstGeom prst="rect">
            <a:avLst/>
          </a:prstGeom>
          <a:solidFill>
            <a:schemeClr val="accent1">
              <a:lumMod val="40000"/>
              <a:lumOff val="60000"/>
            </a:schemeClr>
          </a:solidFill>
          <a:ln/>
        </p:spPr>
        <p:txBody>
          <a:bodyPr/>
          <a:lstStyle/>
          <a:p>
            <a:r>
              <a:rPr lang="en-US" sz="4000" b="1" dirty="0">
                <a:solidFill>
                  <a:schemeClr val="tx1"/>
                </a:solidFill>
                <a:latin typeface="Calibri" pitchFamily="34" charset="0"/>
                <a:ea typeface="Calibri" pitchFamily="34" charset="-122"/>
                <a:cs typeface="Calibri" pitchFamily="34" charset="-120"/>
              </a:rPr>
              <a:t>References</a:t>
            </a:r>
            <a:endParaRPr lang="en-IN" sz="4000" dirty="0">
              <a:solidFill>
                <a:schemeClr val="tx1"/>
              </a:solidFill>
            </a:endParaRPr>
          </a:p>
        </p:txBody>
      </p:sp>
      <p:graphicFrame>
        <p:nvGraphicFramePr>
          <p:cNvPr id="11" name="Diagram 10">
            <a:extLst>
              <a:ext uri="{FF2B5EF4-FFF2-40B4-BE49-F238E27FC236}">
                <a16:creationId xmlns:a16="http://schemas.microsoft.com/office/drawing/2014/main" id="{8C50BEC1-A2BE-5322-9576-1C009801D943}"/>
              </a:ext>
            </a:extLst>
          </p:cNvPr>
          <p:cNvGraphicFramePr/>
          <p:nvPr>
            <p:extLst>
              <p:ext uri="{D42A27DB-BD31-4B8C-83A1-F6EECF244321}">
                <p14:modId xmlns:p14="http://schemas.microsoft.com/office/powerpoint/2010/main" val="4033621421"/>
              </p:ext>
            </p:extLst>
          </p:nvPr>
        </p:nvGraphicFramePr>
        <p:xfrm>
          <a:off x="126460" y="1486476"/>
          <a:ext cx="992126" cy="9253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Shape 16">
            <a:extLst>
              <a:ext uri="{FF2B5EF4-FFF2-40B4-BE49-F238E27FC236}">
                <a16:creationId xmlns:a16="http://schemas.microsoft.com/office/drawing/2014/main" id="{51E900E2-E089-2424-8478-FC8B4EA234D8}"/>
              </a:ext>
            </a:extLst>
          </p:cNvPr>
          <p:cNvSpPr/>
          <p:nvPr/>
        </p:nvSpPr>
        <p:spPr>
          <a:xfrm>
            <a:off x="1118586" y="1526315"/>
            <a:ext cx="8317245" cy="777552"/>
          </a:xfrm>
          <a:prstGeom prst="rect">
            <a:avLst/>
          </a:prstGeom>
          <a:solidFill>
            <a:schemeClr val="accent1">
              <a:lumMod val="20000"/>
              <a:lumOff val="80000"/>
            </a:schemeClr>
          </a:solidFill>
          <a:ln w="12700">
            <a:solidFill>
              <a:srgbClr val="C5DEF5"/>
            </a:solidFill>
            <a:prstDash val="solid"/>
          </a:ln>
        </p:spPr>
        <p:txBody>
          <a:bodyPr/>
          <a:lstStyle/>
          <a:p>
            <a:r>
              <a:rPr lang="en-US" dirty="0" err="1">
                <a:solidFill>
                  <a:srgbClr val="334E68"/>
                </a:solidFill>
                <a:latin typeface="Calibri" pitchFamily="34" charset="0"/>
                <a:ea typeface="Calibri" pitchFamily="34" charset="-122"/>
                <a:cs typeface="Calibri" pitchFamily="34" charset="-120"/>
              </a:rPr>
              <a:t>Breiman</a:t>
            </a:r>
            <a:r>
              <a:rPr lang="en-US" dirty="0">
                <a:solidFill>
                  <a:srgbClr val="334E68"/>
                </a:solidFill>
                <a:latin typeface="Calibri" pitchFamily="34" charset="0"/>
                <a:ea typeface="Calibri" pitchFamily="34" charset="-122"/>
                <a:cs typeface="Calibri" pitchFamily="34" charset="-120"/>
              </a:rPr>
              <a:t>, L. Random Forests. Machine Learning, 45(1), 5–32.</a:t>
            </a:r>
            <a:br>
              <a:rPr lang="en-US" dirty="0">
                <a:solidFill>
                  <a:srgbClr val="334E68"/>
                </a:solidFill>
                <a:latin typeface="Calibri" pitchFamily="34" charset="0"/>
                <a:ea typeface="Calibri" pitchFamily="34" charset="-122"/>
                <a:cs typeface="Calibri" pitchFamily="34" charset="-120"/>
              </a:rPr>
            </a:br>
            <a:r>
              <a:rPr lang="en-US" i="1" u="sng" dirty="0">
                <a:solidFill>
                  <a:srgbClr val="1565C0"/>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https://doi.org/10.1023/A:1010933404324</a:t>
            </a:r>
            <a:endParaRPr lang="en-US" dirty="0"/>
          </a:p>
          <a:p>
            <a:endParaRPr lang="en-IN" dirty="0"/>
          </a:p>
          <a:p>
            <a:endParaRPr lang="en-US" dirty="0"/>
          </a:p>
          <a:p>
            <a:endParaRPr lang="en-IN" dirty="0"/>
          </a:p>
        </p:txBody>
      </p:sp>
      <p:grpSp>
        <p:nvGrpSpPr>
          <p:cNvPr id="13" name="Group 12">
            <a:extLst>
              <a:ext uri="{FF2B5EF4-FFF2-40B4-BE49-F238E27FC236}">
                <a16:creationId xmlns:a16="http://schemas.microsoft.com/office/drawing/2014/main" id="{1854AB8B-F9D9-14F1-FFE6-AF551D4201F2}"/>
              </a:ext>
            </a:extLst>
          </p:cNvPr>
          <p:cNvGrpSpPr/>
          <p:nvPr/>
        </p:nvGrpSpPr>
        <p:grpSpPr>
          <a:xfrm>
            <a:off x="126460" y="2540263"/>
            <a:ext cx="992126" cy="979503"/>
            <a:chOff x="0" y="14827"/>
            <a:chExt cx="857974" cy="874824"/>
          </a:xfrm>
        </p:grpSpPr>
        <p:sp>
          <p:nvSpPr>
            <p:cNvPr id="14" name="Rectangle: Rounded Corners 13">
              <a:extLst>
                <a:ext uri="{FF2B5EF4-FFF2-40B4-BE49-F238E27FC236}">
                  <a16:creationId xmlns:a16="http://schemas.microsoft.com/office/drawing/2014/main" id="{B62C8866-5717-2721-E5D5-292BBA95657C}"/>
                </a:ext>
              </a:extLst>
            </p:cNvPr>
            <p:cNvSpPr/>
            <p:nvPr/>
          </p:nvSpPr>
          <p:spPr>
            <a:xfrm>
              <a:off x="0" y="14827"/>
              <a:ext cx="857974" cy="874824"/>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dirty="0"/>
            </a:p>
          </p:txBody>
        </p:sp>
        <p:sp>
          <p:nvSpPr>
            <p:cNvPr id="15" name="Rectangle: Rounded Corners 4">
              <a:extLst>
                <a:ext uri="{FF2B5EF4-FFF2-40B4-BE49-F238E27FC236}">
                  <a16:creationId xmlns:a16="http://schemas.microsoft.com/office/drawing/2014/main" id="{83750E8C-57E1-D3C8-CD9F-09B7FB1518B4}"/>
                </a:ext>
              </a:extLst>
            </p:cNvPr>
            <p:cNvSpPr txBox="1"/>
            <p:nvPr/>
          </p:nvSpPr>
          <p:spPr>
            <a:xfrm>
              <a:off x="0" y="152092"/>
              <a:ext cx="765521" cy="6228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t> 2019</a:t>
              </a:r>
              <a:endParaRPr lang="en-IN" sz="2000" kern="1200" dirty="0"/>
            </a:p>
          </p:txBody>
        </p:sp>
      </p:grpSp>
      <p:sp>
        <p:nvSpPr>
          <p:cNvPr id="16" name="Shape 16">
            <a:extLst>
              <a:ext uri="{FF2B5EF4-FFF2-40B4-BE49-F238E27FC236}">
                <a16:creationId xmlns:a16="http://schemas.microsoft.com/office/drawing/2014/main" id="{0E727CFF-A5DA-DBAC-5A49-D9591A6F7901}"/>
              </a:ext>
            </a:extLst>
          </p:cNvPr>
          <p:cNvSpPr/>
          <p:nvPr/>
        </p:nvSpPr>
        <p:spPr>
          <a:xfrm>
            <a:off x="1118586" y="2609390"/>
            <a:ext cx="8404793" cy="819609"/>
          </a:xfrm>
          <a:prstGeom prst="rect">
            <a:avLst/>
          </a:prstGeom>
          <a:solidFill>
            <a:schemeClr val="accent1">
              <a:lumMod val="20000"/>
              <a:lumOff val="80000"/>
            </a:schemeClr>
          </a:solidFill>
          <a:ln w="12700">
            <a:solidFill>
              <a:srgbClr val="C5DEF5"/>
            </a:solidFill>
            <a:prstDash val="solid"/>
          </a:ln>
        </p:spPr>
        <p:txBody>
          <a:bodyPr/>
          <a:lstStyle/>
          <a:p>
            <a:r>
              <a:rPr lang="en-US" dirty="0">
                <a:solidFill>
                  <a:srgbClr val="334E68"/>
                </a:solidFill>
                <a:latin typeface="Calibri" pitchFamily="34" charset="0"/>
                <a:ea typeface="Calibri" pitchFamily="34" charset="-122"/>
                <a:cs typeface="Calibri" pitchFamily="34" charset="-120"/>
              </a:rPr>
              <a:t>Devlin, J., Chang, M. W., Lee, K., &amp; Toutanova, K. BERT: Pre-training of deep bidirectional transformers for language understanding. In Proceedings of NAACL-HLT 2019 (pp. 4171–4186). </a:t>
            </a:r>
            <a:r>
              <a:rPr lang="en-US" i="1" u="sng" dirty="0">
                <a:solidFill>
                  <a:srgbClr val="006DAA"/>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https://arxiv.org/abs/1810.04805</a:t>
            </a:r>
            <a:endParaRPr lang="en-US" dirty="0"/>
          </a:p>
          <a:p>
            <a:endParaRPr lang="en-US" dirty="0"/>
          </a:p>
          <a:p>
            <a:endParaRPr lang="en-IN" dirty="0"/>
          </a:p>
          <a:p>
            <a:endParaRPr lang="en-US" dirty="0"/>
          </a:p>
          <a:p>
            <a:endParaRPr lang="en-IN" dirty="0"/>
          </a:p>
        </p:txBody>
      </p:sp>
      <p:grpSp>
        <p:nvGrpSpPr>
          <p:cNvPr id="17" name="Group 16">
            <a:extLst>
              <a:ext uri="{FF2B5EF4-FFF2-40B4-BE49-F238E27FC236}">
                <a16:creationId xmlns:a16="http://schemas.microsoft.com/office/drawing/2014/main" id="{77B7F118-B938-6B8D-A334-F65BD0E8CF10}"/>
              </a:ext>
            </a:extLst>
          </p:cNvPr>
          <p:cNvGrpSpPr/>
          <p:nvPr/>
        </p:nvGrpSpPr>
        <p:grpSpPr>
          <a:xfrm>
            <a:off x="126460" y="3866101"/>
            <a:ext cx="992126" cy="979503"/>
            <a:chOff x="0" y="14827"/>
            <a:chExt cx="857974" cy="874824"/>
          </a:xfrm>
        </p:grpSpPr>
        <p:sp>
          <p:nvSpPr>
            <p:cNvPr id="18" name="Rectangle: Rounded Corners 17">
              <a:extLst>
                <a:ext uri="{FF2B5EF4-FFF2-40B4-BE49-F238E27FC236}">
                  <a16:creationId xmlns:a16="http://schemas.microsoft.com/office/drawing/2014/main" id="{72AC990C-A5BF-A3B1-4C85-65A1C732FDB2}"/>
                </a:ext>
              </a:extLst>
            </p:cNvPr>
            <p:cNvSpPr/>
            <p:nvPr/>
          </p:nvSpPr>
          <p:spPr>
            <a:xfrm>
              <a:off x="0" y="14827"/>
              <a:ext cx="857974" cy="874824"/>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dirty="0"/>
            </a:p>
          </p:txBody>
        </p:sp>
        <p:sp>
          <p:nvSpPr>
            <p:cNvPr id="19" name="Rectangle: Rounded Corners 4">
              <a:extLst>
                <a:ext uri="{FF2B5EF4-FFF2-40B4-BE49-F238E27FC236}">
                  <a16:creationId xmlns:a16="http://schemas.microsoft.com/office/drawing/2014/main" id="{A3B60999-5FA2-707F-93B4-94E299E43348}"/>
                </a:ext>
              </a:extLst>
            </p:cNvPr>
            <p:cNvSpPr txBox="1"/>
            <p:nvPr/>
          </p:nvSpPr>
          <p:spPr>
            <a:xfrm>
              <a:off x="0" y="152092"/>
              <a:ext cx="765521" cy="6228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t> </a:t>
              </a:r>
              <a:r>
                <a:rPr lang="en-US" sz="2000" b="1" dirty="0"/>
                <a:t>2022</a:t>
              </a:r>
              <a:endParaRPr lang="en-IN" sz="2000" kern="1200" dirty="0"/>
            </a:p>
          </p:txBody>
        </p:sp>
      </p:grpSp>
      <p:sp>
        <p:nvSpPr>
          <p:cNvPr id="23" name="Shape 16">
            <a:extLst>
              <a:ext uri="{FF2B5EF4-FFF2-40B4-BE49-F238E27FC236}">
                <a16:creationId xmlns:a16="http://schemas.microsoft.com/office/drawing/2014/main" id="{B7E91D48-4844-63A3-6219-D2F11BB98FC7}"/>
              </a:ext>
            </a:extLst>
          </p:cNvPr>
          <p:cNvSpPr/>
          <p:nvPr/>
        </p:nvSpPr>
        <p:spPr>
          <a:xfrm>
            <a:off x="1118586" y="3946048"/>
            <a:ext cx="8404793" cy="771166"/>
          </a:xfrm>
          <a:prstGeom prst="rect">
            <a:avLst/>
          </a:prstGeom>
          <a:solidFill>
            <a:schemeClr val="accent1">
              <a:lumMod val="20000"/>
              <a:lumOff val="80000"/>
            </a:schemeClr>
          </a:solidFill>
          <a:ln w="12700">
            <a:solidFill>
              <a:srgbClr val="C5DEF5"/>
            </a:solidFill>
            <a:prstDash val="solid"/>
          </a:ln>
        </p:spPr>
        <p:txBody>
          <a:bodyPr/>
          <a:lstStyle/>
          <a:p>
            <a:r>
              <a:rPr lang="en-US" dirty="0">
                <a:solidFill>
                  <a:srgbClr val="334E68"/>
                </a:solidFill>
                <a:latin typeface="Calibri" pitchFamily="34" charset="0"/>
                <a:ea typeface="Calibri" pitchFamily="34" charset="-122"/>
                <a:cs typeface="Calibri" pitchFamily="34" charset="-120"/>
              </a:rPr>
              <a:t>Grootendorst, M. BERTopic: Neural topic modeling with a class-based TF-IDF procedure. </a:t>
            </a:r>
            <a:r>
              <a:rPr lang="en-US" dirty="0" err="1">
                <a:solidFill>
                  <a:srgbClr val="334E68"/>
                </a:solidFill>
                <a:latin typeface="Calibri" pitchFamily="34" charset="0"/>
                <a:ea typeface="Calibri" pitchFamily="34" charset="-122"/>
                <a:cs typeface="Calibri" pitchFamily="34" charset="-120"/>
              </a:rPr>
              <a:t>arXiv</a:t>
            </a:r>
            <a:r>
              <a:rPr lang="en-US" dirty="0">
                <a:solidFill>
                  <a:srgbClr val="334E68"/>
                </a:solidFill>
                <a:latin typeface="Calibri" pitchFamily="34" charset="0"/>
                <a:ea typeface="Calibri" pitchFamily="34" charset="-122"/>
                <a:cs typeface="Calibri" pitchFamily="34" charset="-120"/>
              </a:rPr>
              <a:t> Preprint arXiv:2203.05794.</a:t>
            </a:r>
            <a:endParaRPr lang="en-US" dirty="0"/>
          </a:p>
          <a:p>
            <a:r>
              <a:rPr lang="en-US" i="1" u="sng" dirty="0">
                <a:solidFill>
                  <a:srgbClr val="1B8A5A"/>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https://arxiv.org/abs/2203.05794</a:t>
            </a:r>
            <a:endParaRPr lang="en-US" dirty="0"/>
          </a:p>
          <a:p>
            <a:endParaRPr lang="en-US" dirty="0"/>
          </a:p>
          <a:p>
            <a:endParaRPr lang="en-IN" dirty="0"/>
          </a:p>
          <a:p>
            <a:endParaRPr lang="en-US" dirty="0"/>
          </a:p>
          <a:p>
            <a:endParaRPr lang="en-IN" dirty="0"/>
          </a:p>
        </p:txBody>
      </p:sp>
      <p:grpSp>
        <p:nvGrpSpPr>
          <p:cNvPr id="24" name="Group 23">
            <a:extLst>
              <a:ext uri="{FF2B5EF4-FFF2-40B4-BE49-F238E27FC236}">
                <a16:creationId xmlns:a16="http://schemas.microsoft.com/office/drawing/2014/main" id="{4261F7C9-B42F-C2AC-C0B6-DCB1D361903C}"/>
              </a:ext>
            </a:extLst>
          </p:cNvPr>
          <p:cNvGrpSpPr/>
          <p:nvPr/>
        </p:nvGrpSpPr>
        <p:grpSpPr>
          <a:xfrm>
            <a:off x="126460" y="5191939"/>
            <a:ext cx="992126" cy="979503"/>
            <a:chOff x="0" y="14827"/>
            <a:chExt cx="857974" cy="874824"/>
          </a:xfrm>
        </p:grpSpPr>
        <p:sp>
          <p:nvSpPr>
            <p:cNvPr id="25" name="Rectangle: Rounded Corners 24">
              <a:extLst>
                <a:ext uri="{FF2B5EF4-FFF2-40B4-BE49-F238E27FC236}">
                  <a16:creationId xmlns:a16="http://schemas.microsoft.com/office/drawing/2014/main" id="{33AFC08B-AE8D-845B-1497-66D8822A38E6}"/>
                </a:ext>
              </a:extLst>
            </p:cNvPr>
            <p:cNvSpPr/>
            <p:nvPr/>
          </p:nvSpPr>
          <p:spPr>
            <a:xfrm>
              <a:off x="0" y="14827"/>
              <a:ext cx="857974" cy="874824"/>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dirty="0"/>
            </a:p>
          </p:txBody>
        </p:sp>
        <p:sp>
          <p:nvSpPr>
            <p:cNvPr id="26" name="Rectangle: Rounded Corners 4">
              <a:extLst>
                <a:ext uri="{FF2B5EF4-FFF2-40B4-BE49-F238E27FC236}">
                  <a16:creationId xmlns:a16="http://schemas.microsoft.com/office/drawing/2014/main" id="{9A1FADF5-04DA-C3CA-A883-7AFA18F8DB81}"/>
                </a:ext>
              </a:extLst>
            </p:cNvPr>
            <p:cNvSpPr txBox="1"/>
            <p:nvPr/>
          </p:nvSpPr>
          <p:spPr>
            <a:xfrm>
              <a:off x="0" y="152092"/>
              <a:ext cx="765521" cy="6228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t> </a:t>
              </a:r>
              <a:r>
                <a:rPr lang="en-US" sz="2000" b="1" dirty="0"/>
                <a:t>2022</a:t>
              </a:r>
              <a:endParaRPr lang="en-IN" sz="2000" kern="1200" dirty="0"/>
            </a:p>
          </p:txBody>
        </p:sp>
      </p:grpSp>
      <p:sp>
        <p:nvSpPr>
          <p:cNvPr id="37" name="Shape 16">
            <a:extLst>
              <a:ext uri="{FF2B5EF4-FFF2-40B4-BE49-F238E27FC236}">
                <a16:creationId xmlns:a16="http://schemas.microsoft.com/office/drawing/2014/main" id="{0032FFE8-2BF5-6F08-E860-907BBE6A39ED}"/>
              </a:ext>
            </a:extLst>
          </p:cNvPr>
          <p:cNvSpPr/>
          <p:nvPr/>
        </p:nvSpPr>
        <p:spPr>
          <a:xfrm>
            <a:off x="1118586" y="5234265"/>
            <a:ext cx="8317245" cy="808786"/>
          </a:xfrm>
          <a:prstGeom prst="rect">
            <a:avLst/>
          </a:prstGeom>
          <a:solidFill>
            <a:schemeClr val="accent1">
              <a:lumMod val="20000"/>
              <a:lumOff val="80000"/>
            </a:schemeClr>
          </a:solidFill>
          <a:ln w="12700">
            <a:solidFill>
              <a:srgbClr val="C5DEF5"/>
            </a:solidFill>
            <a:prstDash val="solid"/>
          </a:ln>
        </p:spPr>
        <p:txBody>
          <a:bodyPr/>
          <a:lstStyle/>
          <a:p>
            <a:r>
              <a:rPr lang="en-US" dirty="0">
                <a:solidFill>
                  <a:srgbClr val="334E68"/>
                </a:solidFill>
                <a:latin typeface="Calibri" pitchFamily="34" charset="0"/>
                <a:ea typeface="Calibri" pitchFamily="34" charset="-122"/>
                <a:cs typeface="Calibri" pitchFamily="34" charset="-120"/>
              </a:rPr>
              <a:t>Jain, P. K., Saravanan, V., &amp; Pamula, R. Sentiment Analysis Based on Deep Learning: A Comparative Study. Electronics, 9(3), 483.</a:t>
            </a:r>
            <a:endParaRPr lang="en-US" dirty="0"/>
          </a:p>
          <a:p>
            <a:r>
              <a:rPr lang="en-US" i="1" u="sng" dirty="0">
                <a:solidFill>
                  <a:srgbClr val="7B3FA0"/>
                </a:solidFill>
                <a:latin typeface="Calibri" pitchFamily="34" charset="0"/>
                <a:ea typeface="Calibri" pitchFamily="34" charset="-122"/>
                <a:cs typeface="Calibri" pitchFamily="34" charset="-120"/>
                <a:hlinkClick r:id="rId10">
                  <a:extLst>
                    <a:ext uri="{A12FA001-AC4F-418D-AE19-62706E023703}">
                      <ahyp:hlinkClr xmlns:ahyp="http://schemas.microsoft.com/office/drawing/2018/hyperlinkcolor" val="tx"/>
                    </a:ext>
                  </a:extLst>
                </a:hlinkClick>
              </a:rPr>
              <a:t>https://doi.org/10.3390/electronics9030483</a:t>
            </a:r>
            <a:endParaRPr lang="en-US" dirty="0"/>
          </a:p>
          <a:p>
            <a:endParaRPr lang="en-US" dirty="0"/>
          </a:p>
          <a:p>
            <a:endParaRPr lang="en-IN" dirty="0"/>
          </a:p>
          <a:p>
            <a:endParaRPr lang="en-US" dirty="0"/>
          </a:p>
          <a:p>
            <a:endParaRPr lang="en-IN" dirty="0"/>
          </a:p>
        </p:txBody>
      </p:sp>
    </p:spTree>
    <p:extLst>
      <p:ext uri="{BB962C8B-B14F-4D97-AF65-F5344CB8AC3E}">
        <p14:creationId xmlns:p14="http://schemas.microsoft.com/office/powerpoint/2010/main" val="2236553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87EA-8BB3-79C6-656A-1A8ABD658D7E}"/>
              </a:ext>
            </a:extLst>
          </p:cNvPr>
          <p:cNvSpPr>
            <a:spLocks noGrp="1"/>
          </p:cNvSpPr>
          <p:nvPr>
            <p:ph type="ctrTitle"/>
          </p:nvPr>
        </p:nvSpPr>
        <p:spPr/>
        <p:txBody>
          <a:bodyPr/>
          <a:lstStyle/>
          <a:p>
            <a:r>
              <a:rPr lang="en-US" dirty="0"/>
              <a:t>Thank you</a:t>
            </a:r>
          </a:p>
        </p:txBody>
      </p:sp>
      <p:pic>
        <p:nvPicPr>
          <p:cNvPr id="18" name="Picture Placeholder 17" descr="White objects on a white surface">
            <a:extLst>
              <a:ext uri="{FF2B5EF4-FFF2-40B4-BE49-F238E27FC236}">
                <a16:creationId xmlns:a16="http://schemas.microsoft.com/office/drawing/2014/main" id="{2DF43209-08B5-4410-CE46-63D3FC420156}"/>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l="112" r="112"/>
          <a:stretch/>
        </p:blipFill>
        <p:spPr/>
      </p:pic>
    </p:spTree>
    <p:extLst>
      <p:ext uri="{BB962C8B-B14F-4D97-AF65-F5344CB8AC3E}">
        <p14:creationId xmlns:p14="http://schemas.microsoft.com/office/powerpoint/2010/main" val="327273209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spDef>
      <a:spPr>
        <a:solidFill>
          <a:schemeClr val="accent1">
            <a:lumMod val="20000"/>
            <a:lumOff val="80000"/>
          </a:schemeClr>
        </a:solidFill>
        <a:ln w="12700">
          <a:solidFill>
            <a:srgbClr val="C5DEF5"/>
          </a:solidFill>
          <a:prstDash val="solid"/>
        </a:ln>
      </a:spPr>
      <a:bodyPr/>
      <a:lstStyle>
        <a:defPPr algn="l">
          <a:defRPr/>
        </a:defPPr>
      </a:lstStyle>
    </a:spDef>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782DA7-86C0-4A84-A860-11A1E6E3FB6B}">
  <ds:schemaRefs>
    <ds:schemaRef ds:uri="http://www.w3.org/XML/1998/namespace"/>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71af3243-3dd4-4a8d-8c0d-dd76da1f02a5"/>
    <ds:schemaRef ds:uri="http://schemas.microsoft.com/sharepoint/v3"/>
    <ds:schemaRef ds:uri="http://schemas.microsoft.com/office/2006/metadata/properties"/>
    <ds:schemaRef ds:uri="http://schemas.openxmlformats.org/package/2006/metadata/core-properties"/>
    <ds:schemaRef ds:uri="230e9df3-be65-4c73-a93b-d1236ebd677e"/>
    <ds:schemaRef ds:uri="16c05727-aa75-4e4a-9b5f-8a80a1165891"/>
  </ds:schemaRefs>
</ds:datastoreItem>
</file>

<file path=customXml/itemProps2.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76F8FCD-0A1F-4F6A-8F55-15E9E87E2E4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Facet</Template>
  <TotalTime>1226</TotalTime>
  <Words>713</Words>
  <Application>Microsoft Office PowerPoint</Application>
  <PresentationFormat>Widescreen</PresentationFormat>
  <Paragraphs>132</Paragraphs>
  <Slides>11</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Arial</vt:lpstr>
      <vt:lpstr>Calibri</vt:lpstr>
      <vt:lpstr>Playfair Display Black</vt:lpstr>
      <vt:lpstr>Times New Roman</vt:lpstr>
      <vt:lpstr>Trebuchet MS</vt:lpstr>
      <vt:lpstr>Wingdings 3</vt:lpstr>
      <vt:lpstr>Facet</vt:lpstr>
      <vt:lpstr>               </vt:lpstr>
      <vt:lpstr>PowerPoint Presentation</vt:lpstr>
      <vt:lpstr>PowerPoint Presentation</vt:lpstr>
      <vt:lpstr> Quality Scoring Quality Scoring </vt:lpstr>
      <vt:lpstr>PowerPoint Presentation</vt:lpstr>
      <vt:lpstr> </vt:lpstr>
      <vt:lpstr>PowerPoint Presentation</vt:lpstr>
      <vt:lpstr>Data Management Plan</vt:lpstr>
      <vt:lpstr>Ethics &amp; Compliance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 Kumar Saravanamuthu</dc:creator>
  <cp:lastModifiedBy>Ashwin Kumar Saravanamuthu</cp:lastModifiedBy>
  <cp:revision>13</cp:revision>
  <dcterms:created xsi:type="dcterms:W3CDTF">2026-06-04T11:15:43Z</dcterms:created>
  <dcterms:modified xsi:type="dcterms:W3CDTF">2026-06-05T14:12:26Z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